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372" r:id="rId1"/>
  </p:sldMasterIdLst>
  <p:notesMasterIdLst>
    <p:notesMasterId r:id="rId26"/>
  </p:notesMasterIdLst>
  <p:sldIdLst>
    <p:sldId id="256" r:id="rId2"/>
    <p:sldId id="456" r:id="rId3"/>
    <p:sldId id="495" r:id="rId4"/>
    <p:sldId id="496" r:id="rId5"/>
    <p:sldId id="497" r:id="rId6"/>
    <p:sldId id="470" r:id="rId7"/>
    <p:sldId id="471" r:id="rId8"/>
    <p:sldId id="472" r:id="rId9"/>
    <p:sldId id="473" r:id="rId10"/>
    <p:sldId id="474" r:id="rId11"/>
    <p:sldId id="475" r:id="rId12"/>
    <p:sldId id="477" r:id="rId13"/>
    <p:sldId id="482" r:id="rId14"/>
    <p:sldId id="483" r:id="rId15"/>
    <p:sldId id="484" r:id="rId16"/>
    <p:sldId id="486" r:id="rId17"/>
    <p:sldId id="487" r:id="rId18"/>
    <p:sldId id="488" r:id="rId19"/>
    <p:sldId id="492" r:id="rId20"/>
    <p:sldId id="498" r:id="rId21"/>
    <p:sldId id="491" r:id="rId22"/>
    <p:sldId id="493" r:id="rId23"/>
    <p:sldId id="494" r:id="rId24"/>
    <p:sldId id="46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91" autoAdjust="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7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 Mahfooz Ul Haque" userId="7eb5093a-188f-4877-8d5d-0411f7936b8d" providerId="ADAL" clId="{6E09475A-7B91-4BB2-9075-A537130BF080}"/>
    <pc:docChg chg="undo custSel modSld">
      <pc:chgData name="Hafiz Mahfooz Ul Haque" userId="7eb5093a-188f-4877-8d5d-0411f7936b8d" providerId="ADAL" clId="{6E09475A-7B91-4BB2-9075-A537130BF080}" dt="2022-10-27T19:49:03.182" v="783" actId="20577"/>
      <pc:docMkLst>
        <pc:docMk/>
      </pc:docMkLst>
      <pc:sldChg chg="modSp mod">
        <pc:chgData name="Hafiz Mahfooz Ul Haque" userId="7eb5093a-188f-4877-8d5d-0411f7936b8d" providerId="ADAL" clId="{6E09475A-7B91-4BB2-9075-A537130BF080}" dt="2022-10-20T19:49:04.626" v="89" actId="27636"/>
        <pc:sldMkLst>
          <pc:docMk/>
          <pc:sldMk cId="104748166" sldId="261"/>
        </pc:sldMkLst>
        <pc:spChg chg="mod">
          <ac:chgData name="Hafiz Mahfooz Ul Haque" userId="7eb5093a-188f-4877-8d5d-0411f7936b8d" providerId="ADAL" clId="{6E09475A-7B91-4BB2-9075-A537130BF080}" dt="2022-10-20T19:48:44.812" v="82" actId="2711"/>
          <ac:spMkLst>
            <pc:docMk/>
            <pc:sldMk cId="104748166" sldId="261"/>
            <ac:spMk id="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49:04.626" v="89" actId="27636"/>
          <ac:spMkLst>
            <pc:docMk/>
            <pc:sldMk cId="104748166" sldId="261"/>
            <ac:spMk id="3" creationId="{00000000-0000-0000-0000-000000000000}"/>
          </ac:spMkLst>
        </pc:spChg>
      </pc:sldChg>
      <pc:sldChg chg="modSp mod modAnim">
        <pc:chgData name="Hafiz Mahfooz Ul Haque" userId="7eb5093a-188f-4877-8d5d-0411f7936b8d" providerId="ADAL" clId="{6E09475A-7B91-4BB2-9075-A537130BF080}" dt="2022-10-20T19:50:31.016" v="101" actId="123"/>
        <pc:sldMkLst>
          <pc:docMk/>
          <pc:sldMk cId="3416595839" sldId="265"/>
        </pc:sldMkLst>
        <pc:spChg chg="mod">
          <ac:chgData name="Hafiz Mahfooz Ul Haque" userId="7eb5093a-188f-4877-8d5d-0411f7936b8d" providerId="ADAL" clId="{6E09475A-7B91-4BB2-9075-A537130BF080}" dt="2022-10-20T19:49:50.621" v="91" actId="1076"/>
          <ac:spMkLst>
            <pc:docMk/>
            <pc:sldMk cId="3416595839" sldId="265"/>
            <ac:spMk id="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50:31.016" v="101" actId="123"/>
          <ac:spMkLst>
            <pc:docMk/>
            <pc:sldMk cId="3416595839" sldId="265"/>
            <ac:spMk id="6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20:09:05.861" v="369" actId="15"/>
        <pc:sldMkLst>
          <pc:docMk/>
          <pc:sldMk cId="3156218282" sldId="266"/>
        </pc:sldMkLst>
        <pc:spChg chg="mod">
          <ac:chgData name="Hafiz Mahfooz Ul Haque" userId="7eb5093a-188f-4877-8d5d-0411f7936b8d" providerId="ADAL" clId="{6E09475A-7B91-4BB2-9075-A537130BF080}" dt="2022-10-20T20:08:20.251" v="347" actId="1076"/>
          <ac:spMkLst>
            <pc:docMk/>
            <pc:sldMk cId="3156218282" sldId="266"/>
            <ac:spMk id="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09:05.861" v="369" actId="15"/>
          <ac:spMkLst>
            <pc:docMk/>
            <pc:sldMk cId="3156218282" sldId="266"/>
            <ac:spMk id="6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1T07:58:38.573" v="756" actId="207"/>
        <pc:sldMkLst>
          <pc:docMk/>
          <pc:sldMk cId="2871157215" sldId="267"/>
        </pc:sldMkLst>
        <pc:spChg chg="mod">
          <ac:chgData name="Hafiz Mahfooz Ul Haque" userId="7eb5093a-188f-4877-8d5d-0411f7936b8d" providerId="ADAL" clId="{6E09475A-7B91-4BB2-9075-A537130BF080}" dt="2022-10-21T07:58:38.573" v="756" actId="207"/>
          <ac:spMkLst>
            <pc:docMk/>
            <pc:sldMk cId="2871157215" sldId="267"/>
            <ac:spMk id="27652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1T08:01:47.439" v="758" actId="207"/>
        <pc:sldMkLst>
          <pc:docMk/>
          <pc:sldMk cId="1735484774" sldId="268"/>
        </pc:sldMkLst>
        <pc:spChg chg="mod">
          <ac:chgData name="Hafiz Mahfooz Ul Haque" userId="7eb5093a-188f-4877-8d5d-0411f7936b8d" providerId="ADAL" clId="{6E09475A-7B91-4BB2-9075-A537130BF080}" dt="2022-10-21T08:01:47.439" v="758" actId="207"/>
          <ac:spMkLst>
            <pc:docMk/>
            <pc:sldMk cId="1735484774" sldId="268"/>
            <ac:spMk id="3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09:41.493" v="378" actId="20577"/>
        <pc:sldMkLst>
          <pc:docMk/>
          <pc:sldMk cId="3996945948" sldId="272"/>
        </pc:sldMkLst>
        <pc:spChg chg="add mod">
          <ac:chgData name="Hafiz Mahfooz Ul Haque" userId="7eb5093a-188f-4877-8d5d-0411f7936b8d" providerId="ADAL" clId="{6E09475A-7B91-4BB2-9075-A537130BF080}" dt="2022-10-20T20:04:45.835" v="276"/>
          <ac:spMkLst>
            <pc:docMk/>
            <pc:sldMk cId="3996945948" sldId="272"/>
            <ac:spMk id="2" creationId="{F278B52D-6640-8E25-A942-BF5566FD874A}"/>
          </ac:spMkLst>
        </pc:spChg>
        <pc:spChg chg="mod">
          <ac:chgData name="Hafiz Mahfooz Ul Haque" userId="7eb5093a-188f-4877-8d5d-0411f7936b8d" providerId="ADAL" clId="{6E09475A-7B91-4BB2-9075-A537130BF080}" dt="2022-10-20T20:09:18.025" v="370" actId="113"/>
          <ac:spMkLst>
            <pc:docMk/>
            <pc:sldMk cId="3996945948" sldId="272"/>
            <ac:spMk id="34819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09:41.493" v="378" actId="20577"/>
          <ac:spMkLst>
            <pc:docMk/>
            <pc:sldMk cId="3996945948" sldId="272"/>
            <ac:spMk id="34820" creationId="{00000000-0000-0000-0000-000000000000}"/>
          </ac:spMkLst>
        </pc:spChg>
        <pc:spChg chg="del">
          <ac:chgData name="Hafiz Mahfooz Ul Haque" userId="7eb5093a-188f-4877-8d5d-0411f7936b8d" providerId="ADAL" clId="{6E09475A-7B91-4BB2-9075-A537130BF080}" dt="2022-10-20T20:02:38.435" v="246" actId="478"/>
          <ac:spMkLst>
            <pc:docMk/>
            <pc:sldMk cId="3996945948" sldId="272"/>
            <ac:spMk id="34822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9:51:39.417" v="112" actId="27636"/>
        <pc:sldMkLst>
          <pc:docMk/>
          <pc:sldMk cId="1312056356" sldId="274"/>
        </pc:sldMkLst>
        <pc:spChg chg="mod">
          <ac:chgData name="Hafiz Mahfooz Ul Haque" userId="7eb5093a-188f-4877-8d5d-0411f7936b8d" providerId="ADAL" clId="{6E09475A-7B91-4BB2-9075-A537130BF080}" dt="2022-10-20T19:51:02.367" v="103" actId="113"/>
          <ac:spMkLst>
            <pc:docMk/>
            <pc:sldMk cId="1312056356" sldId="274"/>
            <ac:spMk id="36867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51:39.417" v="112" actId="27636"/>
          <ac:spMkLst>
            <pc:docMk/>
            <pc:sldMk cId="1312056356" sldId="274"/>
            <ac:spMk id="36868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9:53:14.667" v="129" actId="1076"/>
        <pc:sldMkLst>
          <pc:docMk/>
          <pc:sldMk cId="3806401915" sldId="275"/>
        </pc:sldMkLst>
        <pc:spChg chg="mod">
          <ac:chgData name="Hafiz Mahfooz Ul Haque" userId="7eb5093a-188f-4877-8d5d-0411f7936b8d" providerId="ADAL" clId="{6E09475A-7B91-4BB2-9075-A537130BF080}" dt="2022-10-20T19:53:14.667" v="129" actId="1076"/>
          <ac:spMkLst>
            <pc:docMk/>
            <pc:sldMk cId="3806401915" sldId="275"/>
            <ac:spMk id="38915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53:01.137" v="128" actId="20577"/>
          <ac:spMkLst>
            <pc:docMk/>
            <pc:sldMk cId="3806401915" sldId="275"/>
            <ac:spMk id="38916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9:54:24.546" v="142" actId="113"/>
        <pc:sldMkLst>
          <pc:docMk/>
          <pc:sldMk cId="2338328735" sldId="276"/>
        </pc:sldMkLst>
        <pc:spChg chg="mod">
          <ac:chgData name="Hafiz Mahfooz Ul Haque" userId="7eb5093a-188f-4877-8d5d-0411f7936b8d" providerId="ADAL" clId="{6E09475A-7B91-4BB2-9075-A537130BF080}" dt="2022-10-20T19:54:24.546" v="142" actId="113"/>
          <ac:spMkLst>
            <pc:docMk/>
            <pc:sldMk cId="2338328735" sldId="276"/>
            <ac:spMk id="40963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54:13.364" v="140" actId="27636"/>
          <ac:spMkLst>
            <pc:docMk/>
            <pc:sldMk cId="2338328735" sldId="276"/>
            <ac:spMk id="40964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9:55:24.745" v="154" actId="20577"/>
        <pc:sldMkLst>
          <pc:docMk/>
          <pc:sldMk cId="3267501571" sldId="277"/>
        </pc:sldMkLst>
        <pc:spChg chg="mod">
          <ac:chgData name="Hafiz Mahfooz Ul Haque" userId="7eb5093a-188f-4877-8d5d-0411f7936b8d" providerId="ADAL" clId="{6E09475A-7B91-4BB2-9075-A537130BF080}" dt="2022-10-20T19:54:43.984" v="144" actId="113"/>
          <ac:spMkLst>
            <pc:docMk/>
            <pc:sldMk cId="3267501571" sldId="277"/>
            <ac:spMk id="8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55:24.745" v="154" actId="20577"/>
          <ac:spMkLst>
            <pc:docMk/>
            <pc:sldMk cId="3267501571" sldId="277"/>
            <ac:spMk id="43012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9:57:02.540" v="167" actId="1076"/>
        <pc:sldMkLst>
          <pc:docMk/>
          <pc:sldMk cId="3856478355" sldId="278"/>
        </pc:sldMkLst>
        <pc:spChg chg="mod">
          <ac:chgData name="Hafiz Mahfooz Ul Haque" userId="7eb5093a-188f-4877-8d5d-0411f7936b8d" providerId="ADAL" clId="{6E09475A-7B91-4BB2-9075-A537130BF080}" dt="2022-10-20T19:55:44.365" v="157" actId="1076"/>
          <ac:spMkLst>
            <pc:docMk/>
            <pc:sldMk cId="3856478355" sldId="278"/>
            <ac:spMk id="8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57:02.540" v="167" actId="1076"/>
          <ac:spMkLst>
            <pc:docMk/>
            <pc:sldMk cId="3856478355" sldId="278"/>
            <ac:spMk id="45060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9:58:01.447" v="177" actId="404"/>
        <pc:sldMkLst>
          <pc:docMk/>
          <pc:sldMk cId="946379178" sldId="279"/>
        </pc:sldMkLst>
        <pc:spChg chg="mod">
          <ac:chgData name="Hafiz Mahfooz Ul Haque" userId="7eb5093a-188f-4877-8d5d-0411f7936b8d" providerId="ADAL" clId="{6E09475A-7B91-4BB2-9075-A537130BF080}" dt="2022-10-20T19:57:15.186" v="170" actId="113"/>
          <ac:spMkLst>
            <pc:docMk/>
            <pc:sldMk cId="946379178" sldId="279"/>
            <ac:spMk id="23554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58:01.447" v="177" actId="404"/>
          <ac:spMkLst>
            <pc:docMk/>
            <pc:sldMk cId="946379178" sldId="279"/>
            <ac:spMk id="47108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9:58:42.920" v="188" actId="1076"/>
        <pc:sldMkLst>
          <pc:docMk/>
          <pc:sldMk cId="779519889" sldId="280"/>
        </pc:sldMkLst>
        <pc:spChg chg="mod">
          <ac:chgData name="Hafiz Mahfooz Ul Haque" userId="7eb5093a-188f-4877-8d5d-0411f7936b8d" providerId="ADAL" clId="{6E09475A-7B91-4BB2-9075-A537130BF080}" dt="2022-10-20T19:58:25.746" v="182" actId="14100"/>
          <ac:spMkLst>
            <pc:docMk/>
            <pc:sldMk cId="779519889" sldId="280"/>
            <ac:spMk id="6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58:42.920" v="188" actId="1076"/>
          <ac:spMkLst>
            <pc:docMk/>
            <pc:sldMk cId="779519889" sldId="280"/>
            <ac:spMk id="49155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20:28:01.694" v="629" actId="27636"/>
        <pc:sldMkLst>
          <pc:docMk/>
          <pc:sldMk cId="2507158903" sldId="281"/>
        </pc:sldMkLst>
        <pc:spChg chg="mod">
          <ac:chgData name="Hafiz Mahfooz Ul Haque" userId="7eb5093a-188f-4877-8d5d-0411f7936b8d" providerId="ADAL" clId="{6E09475A-7B91-4BB2-9075-A537130BF080}" dt="2022-10-20T20:28:01.694" v="629" actId="27636"/>
          <ac:spMkLst>
            <pc:docMk/>
            <pc:sldMk cId="2507158903" sldId="281"/>
            <ac:spMk id="7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59:34.096" v="198" actId="404"/>
          <ac:spMkLst>
            <pc:docMk/>
            <pc:sldMk cId="2507158903" sldId="281"/>
            <ac:spMk id="50179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20:00:19.797" v="214" actId="20577"/>
        <pc:sldMkLst>
          <pc:docMk/>
          <pc:sldMk cId="3882408309" sldId="282"/>
        </pc:sldMkLst>
        <pc:spChg chg="mod">
          <ac:chgData name="Hafiz Mahfooz Ul Haque" userId="7eb5093a-188f-4877-8d5d-0411f7936b8d" providerId="ADAL" clId="{6E09475A-7B91-4BB2-9075-A537130BF080}" dt="2022-10-20T20:00:19.797" v="214" actId="20577"/>
          <ac:spMkLst>
            <pc:docMk/>
            <pc:sldMk cId="3882408309" sldId="282"/>
            <ac:spMk id="52227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00:01.661" v="206" actId="14100"/>
          <ac:spMkLst>
            <pc:docMk/>
            <pc:sldMk cId="3882408309" sldId="282"/>
            <ac:spMk id="52230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7T19:38:18.899" v="774" actId="20577"/>
        <pc:sldMkLst>
          <pc:docMk/>
          <pc:sldMk cId="4061384168" sldId="283"/>
        </pc:sldMkLst>
        <pc:spChg chg="mod">
          <ac:chgData name="Hafiz Mahfooz Ul Haque" userId="7eb5093a-188f-4877-8d5d-0411f7936b8d" providerId="ADAL" clId="{6E09475A-7B91-4BB2-9075-A537130BF080}" dt="2022-10-20T20:00:44.410" v="218" actId="2711"/>
          <ac:spMkLst>
            <pc:docMk/>
            <pc:sldMk cId="4061384168" sldId="283"/>
            <ac:spMk id="53251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7T19:38:18.899" v="774" actId="20577"/>
          <ac:spMkLst>
            <pc:docMk/>
            <pc:sldMk cId="4061384168" sldId="283"/>
            <ac:spMk id="53252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20:02:01.553" v="242" actId="20577"/>
        <pc:sldMkLst>
          <pc:docMk/>
          <pc:sldMk cId="2438904247" sldId="284"/>
        </pc:sldMkLst>
        <pc:spChg chg="mod">
          <ac:chgData name="Hafiz Mahfooz Ul Haque" userId="7eb5093a-188f-4877-8d5d-0411f7936b8d" providerId="ADAL" clId="{6E09475A-7B91-4BB2-9075-A537130BF080}" dt="2022-10-20T20:01:32.074" v="232" actId="113"/>
          <ac:spMkLst>
            <pc:docMk/>
            <pc:sldMk cId="2438904247" sldId="284"/>
            <ac:spMk id="55299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02:01.553" v="242" actId="20577"/>
          <ac:spMkLst>
            <pc:docMk/>
            <pc:sldMk cId="2438904247" sldId="284"/>
            <ac:spMk id="55300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06:47.882" v="320" actId="123"/>
        <pc:sldMkLst>
          <pc:docMk/>
          <pc:sldMk cId="3779038978" sldId="285"/>
        </pc:sldMkLst>
        <pc:spChg chg="add mod">
          <ac:chgData name="Hafiz Mahfooz Ul Haque" userId="7eb5093a-188f-4877-8d5d-0411f7936b8d" providerId="ADAL" clId="{6E09475A-7B91-4BB2-9075-A537130BF080}" dt="2022-10-20T20:04:38.028" v="273" actId="1036"/>
          <ac:spMkLst>
            <pc:docMk/>
            <pc:sldMk cId="3779038978" sldId="285"/>
            <ac:spMk id="2" creationId="{331B12F7-198C-CA8D-C619-1B26EEF96606}"/>
          </ac:spMkLst>
        </pc:spChg>
        <pc:spChg chg="mod">
          <ac:chgData name="Hafiz Mahfooz Ul Haque" userId="7eb5093a-188f-4877-8d5d-0411f7936b8d" providerId="ADAL" clId="{6E09475A-7B91-4BB2-9075-A537130BF080}" dt="2022-10-20T20:06:16.234" v="310" actId="113"/>
          <ac:spMkLst>
            <pc:docMk/>
            <pc:sldMk cId="3779038978" sldId="285"/>
            <ac:spMk id="57347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06:47.882" v="320" actId="123"/>
          <ac:spMkLst>
            <pc:docMk/>
            <pc:sldMk cId="3779038978" sldId="285"/>
            <ac:spMk id="57348" creationId="{00000000-0000-0000-0000-000000000000}"/>
          </ac:spMkLst>
        </pc:spChg>
        <pc:spChg chg="del">
          <ac:chgData name="Hafiz Mahfooz Ul Haque" userId="7eb5093a-188f-4877-8d5d-0411f7936b8d" providerId="ADAL" clId="{6E09475A-7B91-4BB2-9075-A537130BF080}" dt="2022-10-20T20:02:10.637" v="243" actId="478"/>
          <ac:spMkLst>
            <pc:docMk/>
            <pc:sldMk cId="3779038978" sldId="285"/>
            <ac:spMk id="57349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07:18.636" v="330" actId="20577"/>
        <pc:sldMkLst>
          <pc:docMk/>
          <pc:sldMk cId="4030620129" sldId="286"/>
        </pc:sldMkLst>
        <pc:spChg chg="add mod">
          <ac:chgData name="Hafiz Mahfooz Ul Haque" userId="7eb5093a-188f-4877-8d5d-0411f7936b8d" providerId="ADAL" clId="{6E09475A-7B91-4BB2-9075-A537130BF080}" dt="2022-10-20T20:04:41.217" v="274"/>
          <ac:spMkLst>
            <pc:docMk/>
            <pc:sldMk cId="4030620129" sldId="286"/>
            <ac:spMk id="2" creationId="{18638817-8A23-3151-7882-B79E92AF794D}"/>
          </ac:spMkLst>
        </pc:spChg>
        <pc:spChg chg="mod">
          <ac:chgData name="Hafiz Mahfooz Ul Haque" userId="7eb5093a-188f-4877-8d5d-0411f7936b8d" providerId="ADAL" clId="{6E09475A-7B91-4BB2-9075-A537130BF080}" dt="2022-10-20T20:07:00.364" v="324" actId="404"/>
          <ac:spMkLst>
            <pc:docMk/>
            <pc:sldMk cId="4030620129" sldId="286"/>
            <ac:spMk id="59395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07:18.636" v="330" actId="20577"/>
          <ac:spMkLst>
            <pc:docMk/>
            <pc:sldMk cId="4030620129" sldId="286"/>
            <ac:spMk id="59396" creationId="{00000000-0000-0000-0000-000000000000}"/>
          </ac:spMkLst>
        </pc:spChg>
        <pc:spChg chg="del">
          <ac:chgData name="Hafiz Mahfooz Ul Haque" userId="7eb5093a-188f-4877-8d5d-0411f7936b8d" providerId="ADAL" clId="{6E09475A-7B91-4BB2-9075-A537130BF080}" dt="2022-10-20T20:02:18.446" v="244" actId="478"/>
          <ac:spMkLst>
            <pc:docMk/>
            <pc:sldMk cId="4030620129" sldId="286"/>
            <ac:spMk id="59397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07:59.081" v="343" actId="20577"/>
        <pc:sldMkLst>
          <pc:docMk/>
          <pc:sldMk cId="115790537" sldId="287"/>
        </pc:sldMkLst>
        <pc:spChg chg="add mod">
          <ac:chgData name="Hafiz Mahfooz Ul Haque" userId="7eb5093a-188f-4877-8d5d-0411f7936b8d" providerId="ADAL" clId="{6E09475A-7B91-4BB2-9075-A537130BF080}" dt="2022-10-20T20:04:43.115" v="275"/>
          <ac:spMkLst>
            <pc:docMk/>
            <pc:sldMk cId="115790537" sldId="287"/>
            <ac:spMk id="2" creationId="{44DA423C-6AD5-72DB-0291-F3CDB21708AF}"/>
          </ac:spMkLst>
        </pc:spChg>
        <pc:spChg chg="mod">
          <ac:chgData name="Hafiz Mahfooz Ul Haque" userId="7eb5093a-188f-4877-8d5d-0411f7936b8d" providerId="ADAL" clId="{6E09475A-7B91-4BB2-9075-A537130BF080}" dt="2022-10-20T20:07:37.049" v="335" actId="113"/>
          <ac:spMkLst>
            <pc:docMk/>
            <pc:sldMk cId="115790537" sldId="287"/>
            <ac:spMk id="61443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07:59.081" v="343" actId="20577"/>
          <ac:spMkLst>
            <pc:docMk/>
            <pc:sldMk cId="115790537" sldId="287"/>
            <ac:spMk id="61444" creationId="{00000000-0000-0000-0000-000000000000}"/>
          </ac:spMkLst>
        </pc:spChg>
        <pc:spChg chg="del">
          <ac:chgData name="Hafiz Mahfooz Ul Haque" userId="7eb5093a-188f-4877-8d5d-0411f7936b8d" providerId="ADAL" clId="{6E09475A-7B91-4BB2-9075-A537130BF080}" dt="2022-10-20T20:02:22.564" v="245" actId="478"/>
          <ac:spMkLst>
            <pc:docMk/>
            <pc:sldMk cId="115790537" sldId="287"/>
            <ac:spMk id="61445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1T07:56:19.070" v="755" actId="20577"/>
        <pc:sldMkLst>
          <pc:docMk/>
          <pc:sldMk cId="0" sldId="334"/>
        </pc:sldMkLst>
        <pc:spChg chg="mod">
          <ac:chgData name="Hafiz Mahfooz Ul Haque" userId="7eb5093a-188f-4877-8d5d-0411f7936b8d" providerId="ADAL" clId="{6E09475A-7B91-4BB2-9075-A537130BF080}" dt="2022-10-21T07:56:19.070" v="755" actId="20577"/>
          <ac:spMkLst>
            <pc:docMk/>
            <pc:sldMk cId="0" sldId="334"/>
            <ac:spMk id="12291" creationId="{BE8FF25B-8F9B-F605-E78A-B979954CBB2A}"/>
          </ac:spMkLst>
        </pc:spChg>
        <pc:spChg chg="mod">
          <ac:chgData name="Hafiz Mahfooz Ul Haque" userId="7eb5093a-188f-4877-8d5d-0411f7936b8d" providerId="ADAL" clId="{6E09475A-7B91-4BB2-9075-A537130BF080}" dt="2022-10-20T20:34:00.804" v="742" actId="27636"/>
          <ac:spMkLst>
            <pc:docMk/>
            <pc:sldMk cId="0" sldId="334"/>
            <ac:spMk id="19457" creationId="{A9A15B8C-ED99-A14C-FD17-44CDB4D02421}"/>
          </ac:spMkLst>
        </pc:spChg>
      </pc:sldChg>
      <pc:sldChg chg="modSp mod">
        <pc:chgData name="Hafiz Mahfooz Ul Haque" userId="7eb5093a-188f-4877-8d5d-0411f7936b8d" providerId="ADAL" clId="{6E09475A-7B91-4BB2-9075-A537130BF080}" dt="2022-10-20T18:45:34.822" v="7"/>
        <pc:sldMkLst>
          <pc:docMk/>
          <pc:sldMk cId="4113564832" sldId="410"/>
        </pc:sldMkLst>
        <pc:spChg chg="mod">
          <ac:chgData name="Hafiz Mahfooz Ul Haque" userId="7eb5093a-188f-4877-8d5d-0411f7936b8d" providerId="ADAL" clId="{6E09475A-7B91-4BB2-9075-A537130BF080}" dt="2022-10-20T18:45:34.822" v="7"/>
          <ac:spMkLst>
            <pc:docMk/>
            <pc:sldMk cId="4113564832" sldId="410"/>
            <ac:spMk id="2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1T07:59:00.512" v="757" actId="207"/>
        <pc:sldMkLst>
          <pc:docMk/>
          <pc:sldMk cId="2725617568" sldId="414"/>
        </pc:sldMkLst>
        <pc:spChg chg="mod">
          <ac:chgData name="Hafiz Mahfooz Ul Haque" userId="7eb5093a-188f-4877-8d5d-0411f7936b8d" providerId="ADAL" clId="{6E09475A-7B91-4BB2-9075-A537130BF080}" dt="2022-10-21T07:59:00.512" v="757" actId="207"/>
          <ac:spMkLst>
            <pc:docMk/>
            <pc:sldMk cId="2725617568" sldId="414"/>
            <ac:spMk id="3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1T08:02:19.487" v="767" actId="6549"/>
        <pc:sldMkLst>
          <pc:docMk/>
          <pc:sldMk cId="3653964943" sldId="416"/>
        </pc:sldMkLst>
        <pc:spChg chg="mod">
          <ac:chgData name="Hafiz Mahfooz Ul Haque" userId="7eb5093a-188f-4877-8d5d-0411f7936b8d" providerId="ADAL" clId="{6E09475A-7B91-4BB2-9075-A537130BF080}" dt="2022-10-21T08:02:19.487" v="767" actId="6549"/>
          <ac:spMkLst>
            <pc:docMk/>
            <pc:sldMk cId="3653964943" sldId="416"/>
            <ac:spMk id="14339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8:58:40.572" v="17" actId="1076"/>
        <pc:sldMkLst>
          <pc:docMk/>
          <pc:sldMk cId="2103242071" sldId="418"/>
        </pc:sldMkLst>
        <pc:spChg chg="mod">
          <ac:chgData name="Hafiz Mahfooz Ul Haque" userId="7eb5093a-188f-4877-8d5d-0411f7936b8d" providerId="ADAL" clId="{6E09475A-7B91-4BB2-9075-A537130BF080}" dt="2022-10-20T18:57:38.956" v="8" actId="1076"/>
          <ac:spMkLst>
            <pc:docMk/>
            <pc:sldMk cId="2103242071" sldId="418"/>
            <ac:spMk id="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8:58:40.572" v="17" actId="1076"/>
          <ac:spMkLst>
            <pc:docMk/>
            <pc:sldMk cId="2103242071" sldId="418"/>
            <ac:spMk id="14339" creationId="{00000000-0000-0000-0000-000000000000}"/>
          </ac:spMkLst>
        </pc:spChg>
      </pc:sldChg>
      <pc:sldChg chg="addSp modSp mod">
        <pc:chgData name="Hafiz Mahfooz Ul Haque" userId="7eb5093a-188f-4877-8d5d-0411f7936b8d" providerId="ADAL" clId="{6E09475A-7B91-4BB2-9075-A537130BF080}" dt="2022-10-27T19:26:43.521" v="770" actId="207"/>
        <pc:sldMkLst>
          <pc:docMk/>
          <pc:sldMk cId="3408672513" sldId="419"/>
        </pc:sldMkLst>
        <pc:spChg chg="mod">
          <ac:chgData name="Hafiz Mahfooz Ul Haque" userId="7eb5093a-188f-4877-8d5d-0411f7936b8d" providerId="ADAL" clId="{6E09475A-7B91-4BB2-9075-A537130BF080}" dt="2022-10-20T19:00:51.801" v="24" actId="1076"/>
          <ac:spMkLst>
            <pc:docMk/>
            <pc:sldMk cId="3408672513" sldId="419"/>
            <ac:spMk id="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7T19:26:43.521" v="770" actId="207"/>
          <ac:spMkLst>
            <pc:docMk/>
            <pc:sldMk cId="3408672513" sldId="419"/>
            <ac:spMk id="3" creationId="{00000000-0000-0000-0000-000000000000}"/>
          </ac:spMkLst>
        </pc:spChg>
        <pc:spChg chg="add mod">
          <ac:chgData name="Hafiz Mahfooz Ul Haque" userId="7eb5093a-188f-4877-8d5d-0411f7936b8d" providerId="ADAL" clId="{6E09475A-7B91-4BB2-9075-A537130BF080}" dt="2022-10-20T19:00:28.020" v="19" actId="1076"/>
          <ac:spMkLst>
            <pc:docMk/>
            <pc:sldMk cId="3408672513" sldId="419"/>
            <ac:spMk id="5" creationId="{125F6116-D083-4544-2269-639D998FC693}"/>
          </ac:spMkLst>
        </pc:spChg>
        <pc:spChg chg="mod">
          <ac:chgData name="Hafiz Mahfooz Ul Haque" userId="7eb5093a-188f-4877-8d5d-0411f7936b8d" providerId="ADAL" clId="{6E09475A-7B91-4BB2-9075-A537130BF080}" dt="2022-10-27T19:26:25.482" v="769" actId="207"/>
          <ac:spMkLst>
            <pc:docMk/>
            <pc:sldMk cId="3408672513" sldId="419"/>
            <ac:spMk id="14339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9:04:51.375" v="71" actId="20577"/>
        <pc:sldMkLst>
          <pc:docMk/>
          <pc:sldMk cId="3047937963" sldId="427"/>
        </pc:sldMkLst>
        <pc:spChg chg="mod">
          <ac:chgData name="Hafiz Mahfooz Ul Haque" userId="7eb5093a-188f-4877-8d5d-0411f7936b8d" providerId="ADAL" clId="{6E09475A-7B91-4BB2-9075-A537130BF080}" dt="2022-10-20T19:04:32.273" v="66" actId="1076"/>
          <ac:spMkLst>
            <pc:docMk/>
            <pc:sldMk cId="3047937963" sldId="427"/>
            <ac:spMk id="7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04:51.375" v="71" actId="20577"/>
          <ac:spMkLst>
            <pc:docMk/>
            <pc:sldMk cId="3047937963" sldId="427"/>
            <ac:spMk id="8" creationId="{00000000-0000-0000-0000-000000000000}"/>
          </ac:spMkLst>
        </pc:spChg>
      </pc:sldChg>
      <pc:sldChg chg="modSp mod">
        <pc:chgData name="Hafiz Mahfooz Ul Haque" userId="7eb5093a-188f-4877-8d5d-0411f7936b8d" providerId="ADAL" clId="{6E09475A-7B91-4BB2-9075-A537130BF080}" dt="2022-10-20T19:48:20.229" v="79" actId="27636"/>
        <pc:sldMkLst>
          <pc:docMk/>
          <pc:sldMk cId="1557396621" sldId="428"/>
        </pc:sldMkLst>
        <pc:spChg chg="mod">
          <ac:chgData name="Hafiz Mahfooz Ul Haque" userId="7eb5093a-188f-4877-8d5d-0411f7936b8d" providerId="ADAL" clId="{6E09475A-7B91-4BB2-9075-A537130BF080}" dt="2022-10-20T19:47:37.983" v="75" actId="404"/>
          <ac:spMkLst>
            <pc:docMk/>
            <pc:sldMk cId="1557396621" sldId="428"/>
            <ac:spMk id="7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19:48:20.229" v="79" actId="27636"/>
          <ac:spMkLst>
            <pc:docMk/>
            <pc:sldMk cId="1557396621" sldId="428"/>
            <ac:spMk id="8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10:31.122" v="388" actId="20577"/>
        <pc:sldMkLst>
          <pc:docMk/>
          <pc:sldMk cId="4150095270" sldId="429"/>
        </pc:sldMkLst>
        <pc:spChg chg="add mod">
          <ac:chgData name="Hafiz Mahfooz Ul Haque" userId="7eb5093a-188f-4877-8d5d-0411f7936b8d" providerId="ADAL" clId="{6E09475A-7B91-4BB2-9075-A537130BF080}" dt="2022-10-20T20:04:47.728" v="277"/>
          <ac:spMkLst>
            <pc:docMk/>
            <pc:sldMk cId="4150095270" sldId="429"/>
            <ac:spMk id="2" creationId="{49109683-10CB-1EF5-8B0C-FC195B2907FF}"/>
          </ac:spMkLst>
        </pc:spChg>
        <pc:spChg chg="mod">
          <ac:chgData name="Hafiz Mahfooz Ul Haque" userId="7eb5093a-188f-4877-8d5d-0411f7936b8d" providerId="ADAL" clId="{6E09475A-7B91-4BB2-9075-A537130BF080}" dt="2022-10-20T20:09:57.869" v="381" actId="113"/>
          <ac:spMkLst>
            <pc:docMk/>
            <pc:sldMk cId="4150095270" sldId="429"/>
            <ac:spMk id="35843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10:31.122" v="388" actId="20577"/>
          <ac:spMkLst>
            <pc:docMk/>
            <pc:sldMk cId="4150095270" sldId="429"/>
            <ac:spMk id="35844" creationId="{00000000-0000-0000-0000-000000000000}"/>
          </ac:spMkLst>
        </pc:spChg>
        <pc:spChg chg="del">
          <ac:chgData name="Hafiz Mahfooz Ul Haque" userId="7eb5093a-188f-4877-8d5d-0411f7936b8d" providerId="ADAL" clId="{6E09475A-7B91-4BB2-9075-A537130BF080}" dt="2022-10-20T20:02:41.132" v="247" actId="478"/>
          <ac:spMkLst>
            <pc:docMk/>
            <pc:sldMk cId="4150095270" sldId="429"/>
            <ac:spMk id="35846" creationId="{00000000-0000-0000-0000-000000000000}"/>
          </ac:spMkLst>
        </pc:spChg>
      </pc:sldChg>
      <pc:sldChg chg="addSp modSp mod">
        <pc:chgData name="Hafiz Mahfooz Ul Haque" userId="7eb5093a-188f-4877-8d5d-0411f7936b8d" providerId="ADAL" clId="{6E09475A-7B91-4BB2-9075-A537130BF080}" dt="2022-10-20T20:11:02.993" v="398" actId="20577"/>
        <pc:sldMkLst>
          <pc:docMk/>
          <pc:sldMk cId="2154288051" sldId="430"/>
        </pc:sldMkLst>
        <pc:spChg chg="add mod">
          <ac:chgData name="Hafiz Mahfooz Ul Haque" userId="7eb5093a-188f-4877-8d5d-0411f7936b8d" providerId="ADAL" clId="{6E09475A-7B91-4BB2-9075-A537130BF080}" dt="2022-10-20T20:04:49.730" v="278"/>
          <ac:spMkLst>
            <pc:docMk/>
            <pc:sldMk cId="2154288051" sldId="430"/>
            <ac:spMk id="2" creationId="{C4D1F0F7-B833-9B39-8345-C62E06549F86}"/>
          </ac:spMkLst>
        </pc:spChg>
        <pc:spChg chg="mod">
          <ac:chgData name="Hafiz Mahfooz Ul Haque" userId="7eb5093a-188f-4877-8d5d-0411f7936b8d" providerId="ADAL" clId="{6E09475A-7B91-4BB2-9075-A537130BF080}" dt="2022-10-20T20:10:39.484" v="389" actId="404"/>
          <ac:spMkLst>
            <pc:docMk/>
            <pc:sldMk cId="2154288051" sldId="430"/>
            <ac:spMk id="11267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11:02.993" v="398" actId="20577"/>
          <ac:spMkLst>
            <pc:docMk/>
            <pc:sldMk cId="2154288051" sldId="430"/>
            <ac:spMk id="14339" creationId="{00000000-0000-0000-0000-000000000000}"/>
          </ac:spMkLst>
        </pc:spChg>
      </pc:sldChg>
      <pc:sldChg chg="addSp modSp mod">
        <pc:chgData name="Hafiz Mahfooz Ul Haque" userId="7eb5093a-188f-4877-8d5d-0411f7936b8d" providerId="ADAL" clId="{6E09475A-7B91-4BB2-9075-A537130BF080}" dt="2022-10-20T20:11:20.363" v="402" actId="113"/>
        <pc:sldMkLst>
          <pc:docMk/>
          <pc:sldMk cId="2492515646" sldId="431"/>
        </pc:sldMkLst>
        <pc:spChg chg="add mod">
          <ac:chgData name="Hafiz Mahfooz Ul Haque" userId="7eb5093a-188f-4877-8d5d-0411f7936b8d" providerId="ADAL" clId="{6E09475A-7B91-4BB2-9075-A537130BF080}" dt="2022-10-20T20:04:51.455" v="279"/>
          <ac:spMkLst>
            <pc:docMk/>
            <pc:sldMk cId="2492515646" sldId="431"/>
            <ac:spMk id="2" creationId="{36B1CFB4-315A-F8F8-FD0E-96DC9514AA66}"/>
          </ac:spMkLst>
        </pc:spChg>
        <pc:spChg chg="mod">
          <ac:chgData name="Hafiz Mahfooz Ul Haque" userId="7eb5093a-188f-4877-8d5d-0411f7936b8d" providerId="ADAL" clId="{6E09475A-7B91-4BB2-9075-A537130BF080}" dt="2022-10-20T20:11:20.363" v="402" actId="113"/>
          <ac:spMkLst>
            <pc:docMk/>
            <pc:sldMk cId="2492515646" sldId="431"/>
            <ac:spMk id="14339" creationId="{00000000-0000-0000-0000-000000000000}"/>
          </ac:spMkLst>
        </pc:spChg>
      </pc:sldChg>
      <pc:sldChg chg="addSp modSp mod">
        <pc:chgData name="Hafiz Mahfooz Ul Haque" userId="7eb5093a-188f-4877-8d5d-0411f7936b8d" providerId="ADAL" clId="{6E09475A-7B91-4BB2-9075-A537130BF080}" dt="2022-10-27T19:44:31.537" v="778" actId="6549"/>
        <pc:sldMkLst>
          <pc:docMk/>
          <pc:sldMk cId="3558067934" sldId="432"/>
        </pc:sldMkLst>
        <pc:spChg chg="add mod">
          <ac:chgData name="Hafiz Mahfooz Ul Haque" userId="7eb5093a-188f-4877-8d5d-0411f7936b8d" providerId="ADAL" clId="{6E09475A-7B91-4BB2-9075-A537130BF080}" dt="2022-10-20T20:04:53.205" v="280"/>
          <ac:spMkLst>
            <pc:docMk/>
            <pc:sldMk cId="3558067934" sldId="432"/>
            <ac:spMk id="2" creationId="{7AC3DFF2-730C-A2ED-4EA9-CD4EE6A56E0F}"/>
          </ac:spMkLst>
        </pc:spChg>
        <pc:spChg chg="mod">
          <ac:chgData name="Hafiz Mahfooz Ul Haque" userId="7eb5093a-188f-4877-8d5d-0411f7936b8d" providerId="ADAL" clId="{6E09475A-7B91-4BB2-9075-A537130BF080}" dt="2022-10-20T20:11:58.817" v="407" actId="1076"/>
          <ac:spMkLst>
            <pc:docMk/>
            <pc:sldMk cId="3558067934" sldId="432"/>
            <ac:spMk id="11267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7T19:44:31.537" v="778" actId="6549"/>
          <ac:spMkLst>
            <pc:docMk/>
            <pc:sldMk cId="3558067934" sldId="432"/>
            <ac:spMk id="14339" creationId="{00000000-0000-0000-0000-000000000000}"/>
          </ac:spMkLst>
        </pc:spChg>
      </pc:sldChg>
      <pc:sldChg chg="addSp modSp mod">
        <pc:chgData name="Hafiz Mahfooz Ul Haque" userId="7eb5093a-188f-4877-8d5d-0411f7936b8d" providerId="ADAL" clId="{6E09475A-7B91-4BB2-9075-A537130BF080}" dt="2022-10-20T20:04:54.978" v="281"/>
        <pc:sldMkLst>
          <pc:docMk/>
          <pc:sldMk cId="1110304121" sldId="433"/>
        </pc:sldMkLst>
        <pc:spChg chg="mod">
          <ac:chgData name="Hafiz Mahfooz Ul Haque" userId="7eb5093a-188f-4877-8d5d-0411f7936b8d" providerId="ADAL" clId="{6E09475A-7B91-4BB2-9075-A537130BF080}" dt="2022-10-20T20:04:21.405" v="271" actId="1076"/>
          <ac:spMkLst>
            <pc:docMk/>
            <pc:sldMk cId="1110304121" sldId="433"/>
            <ac:spMk id="2" creationId="{00000000-0000-0000-0000-000000000000}"/>
          </ac:spMkLst>
        </pc:spChg>
        <pc:spChg chg="add mod">
          <ac:chgData name="Hafiz Mahfooz Ul Haque" userId="7eb5093a-188f-4877-8d5d-0411f7936b8d" providerId="ADAL" clId="{6E09475A-7B91-4BB2-9075-A537130BF080}" dt="2022-10-20T20:04:54.978" v="281"/>
          <ac:spMkLst>
            <pc:docMk/>
            <pc:sldMk cId="1110304121" sldId="433"/>
            <ac:spMk id="4" creationId="{061BD7CA-41D4-78E4-4CE9-410124FB6BA2}"/>
          </ac:spMkLst>
        </pc:spChg>
      </pc:sldChg>
      <pc:sldChg chg="addSp modSp mod">
        <pc:chgData name="Hafiz Mahfooz Ul Haque" userId="7eb5093a-188f-4877-8d5d-0411f7936b8d" providerId="ADAL" clId="{6E09475A-7B91-4BB2-9075-A537130BF080}" dt="2022-10-27T19:46:34.128" v="781" actId="14"/>
        <pc:sldMkLst>
          <pc:docMk/>
          <pc:sldMk cId="3256560332" sldId="434"/>
        </pc:sldMkLst>
        <pc:spChg chg="mod">
          <ac:chgData name="Hafiz Mahfooz Ul Haque" userId="7eb5093a-188f-4877-8d5d-0411f7936b8d" providerId="ADAL" clId="{6E09475A-7B91-4BB2-9075-A537130BF080}" dt="2022-10-20T20:14:20.377" v="441" actId="404"/>
          <ac:spMkLst>
            <pc:docMk/>
            <pc:sldMk cId="3256560332" sldId="434"/>
            <ac:spMk id="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7T19:45:56.401" v="779" actId="6559"/>
          <ac:spMkLst>
            <pc:docMk/>
            <pc:sldMk cId="3256560332" sldId="434"/>
            <ac:spMk id="4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7T19:46:34.128" v="781" actId="14"/>
          <ac:spMkLst>
            <pc:docMk/>
            <pc:sldMk cId="3256560332" sldId="434"/>
            <ac:spMk id="5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13:43.972" v="432" actId="1076"/>
          <ac:spMkLst>
            <pc:docMk/>
            <pc:sldMk cId="3256560332" sldId="434"/>
            <ac:spMk id="9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13:48.059" v="433" actId="1076"/>
          <ac:spMkLst>
            <pc:docMk/>
            <pc:sldMk cId="3256560332" sldId="434"/>
            <ac:spMk id="10" creationId="{00000000-0000-0000-0000-000000000000}"/>
          </ac:spMkLst>
        </pc:spChg>
        <pc:spChg chg="add mod">
          <ac:chgData name="Hafiz Mahfooz Ul Haque" userId="7eb5093a-188f-4877-8d5d-0411f7936b8d" providerId="ADAL" clId="{6E09475A-7B91-4BB2-9075-A537130BF080}" dt="2022-10-20T20:04:56.804" v="282"/>
          <ac:spMkLst>
            <pc:docMk/>
            <pc:sldMk cId="3256560332" sldId="434"/>
            <ac:spMk id="11" creationId="{F624C00E-B221-3329-EF9A-E81D77E92C99}"/>
          </ac:spMkLst>
        </pc:spChg>
        <pc:grpChg chg="mod">
          <ac:chgData name="Hafiz Mahfooz Ul Haque" userId="7eb5093a-188f-4877-8d5d-0411f7936b8d" providerId="ADAL" clId="{6E09475A-7B91-4BB2-9075-A537130BF080}" dt="2022-10-20T20:13:41.482" v="431" actId="14100"/>
          <ac:grpSpMkLst>
            <pc:docMk/>
            <pc:sldMk cId="3256560332" sldId="434"/>
            <ac:grpSpMk id="6" creationId="{00000000-0000-0000-0000-000000000000}"/>
          </ac:grpSpMkLst>
        </pc:grpChg>
      </pc:sldChg>
      <pc:sldChg chg="addSp modSp mod">
        <pc:chgData name="Hafiz Mahfooz Ul Haque" userId="7eb5093a-188f-4877-8d5d-0411f7936b8d" providerId="ADAL" clId="{6E09475A-7B91-4BB2-9075-A537130BF080}" dt="2022-10-20T20:18:20.216" v="484" actId="14100"/>
        <pc:sldMkLst>
          <pc:docMk/>
          <pc:sldMk cId="1853887716" sldId="435"/>
        </pc:sldMkLst>
        <pc:spChg chg="mod">
          <ac:chgData name="Hafiz Mahfooz Ul Haque" userId="7eb5093a-188f-4877-8d5d-0411f7936b8d" providerId="ADAL" clId="{6E09475A-7B91-4BB2-9075-A537130BF080}" dt="2022-10-20T20:15:43.706" v="455" actId="404"/>
          <ac:spMkLst>
            <pc:docMk/>
            <pc:sldMk cId="1853887716" sldId="435"/>
            <ac:spMk id="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18:20.216" v="484" actId="14100"/>
          <ac:spMkLst>
            <pc:docMk/>
            <pc:sldMk cId="1853887716" sldId="435"/>
            <ac:spMk id="4" creationId="{00000000-0000-0000-0000-000000000000}"/>
          </ac:spMkLst>
        </pc:spChg>
        <pc:spChg chg="add mod">
          <ac:chgData name="Hafiz Mahfooz Ul Haque" userId="7eb5093a-188f-4877-8d5d-0411f7936b8d" providerId="ADAL" clId="{6E09475A-7B91-4BB2-9075-A537130BF080}" dt="2022-10-20T20:04:58.565" v="283"/>
          <ac:spMkLst>
            <pc:docMk/>
            <pc:sldMk cId="1853887716" sldId="435"/>
            <ac:spMk id="5" creationId="{1F87BDFE-DD70-C035-4BF4-A36A891D0CEA}"/>
          </ac:spMkLst>
        </pc:spChg>
      </pc:sldChg>
      <pc:sldChg chg="addSp modSp mod">
        <pc:chgData name="Hafiz Mahfooz Ul Haque" userId="7eb5093a-188f-4877-8d5d-0411f7936b8d" providerId="ADAL" clId="{6E09475A-7B91-4BB2-9075-A537130BF080}" dt="2022-10-27T19:49:03.182" v="783" actId="20577"/>
        <pc:sldMkLst>
          <pc:docMk/>
          <pc:sldMk cId="4080220028" sldId="436"/>
        </pc:sldMkLst>
        <pc:spChg chg="mod">
          <ac:chgData name="Hafiz Mahfooz Ul Haque" userId="7eb5093a-188f-4877-8d5d-0411f7936b8d" providerId="ADAL" clId="{6E09475A-7B91-4BB2-9075-A537130BF080}" dt="2022-10-20T20:19:00.301" v="493" actId="1076"/>
          <ac:spMkLst>
            <pc:docMk/>
            <pc:sldMk cId="4080220028" sldId="436"/>
            <ac:spMk id="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7T19:49:03.182" v="783" actId="20577"/>
          <ac:spMkLst>
            <pc:docMk/>
            <pc:sldMk cId="4080220028" sldId="436"/>
            <ac:spMk id="4" creationId="{00000000-0000-0000-0000-000000000000}"/>
          </ac:spMkLst>
        </pc:spChg>
        <pc:spChg chg="add mod">
          <ac:chgData name="Hafiz Mahfooz Ul Haque" userId="7eb5093a-188f-4877-8d5d-0411f7936b8d" providerId="ADAL" clId="{6E09475A-7B91-4BB2-9075-A537130BF080}" dt="2022-10-20T20:05:00.221" v="284"/>
          <ac:spMkLst>
            <pc:docMk/>
            <pc:sldMk cId="4080220028" sldId="436"/>
            <ac:spMk id="5" creationId="{308BE144-96CB-39DA-81C2-C9327185E6C2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19:36.324" v="502" actId="20577"/>
        <pc:sldMkLst>
          <pc:docMk/>
          <pc:sldMk cId="1881733103" sldId="437"/>
        </pc:sldMkLst>
        <pc:spChg chg="add mod">
          <ac:chgData name="Hafiz Mahfooz Ul Haque" userId="7eb5093a-188f-4877-8d5d-0411f7936b8d" providerId="ADAL" clId="{6E09475A-7B91-4BB2-9075-A537130BF080}" dt="2022-10-20T20:05:02.027" v="285"/>
          <ac:spMkLst>
            <pc:docMk/>
            <pc:sldMk cId="1881733103" sldId="437"/>
            <ac:spMk id="2" creationId="{B27B4D38-645C-5D2C-8434-7185D18E03D3}"/>
          </ac:spMkLst>
        </pc:spChg>
        <pc:spChg chg="del">
          <ac:chgData name="Hafiz Mahfooz Ul Haque" userId="7eb5093a-188f-4877-8d5d-0411f7936b8d" providerId="ADAL" clId="{6E09475A-7B91-4BB2-9075-A537130BF080}" dt="2022-10-20T20:03:25.978" v="254" actId="478"/>
          <ac:spMkLst>
            <pc:docMk/>
            <pc:sldMk cId="1881733103" sldId="437"/>
            <ac:spMk id="8194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19:19.886" v="496" actId="1076"/>
          <ac:spMkLst>
            <pc:docMk/>
            <pc:sldMk cId="1881733103" sldId="437"/>
            <ac:spMk id="8195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19:36.324" v="502" actId="20577"/>
          <ac:spMkLst>
            <pc:docMk/>
            <pc:sldMk cId="1881733103" sldId="437"/>
            <ac:spMk id="8196" creationId="{00000000-0000-0000-0000-000000000000}"/>
          </ac:spMkLst>
        </pc:spChg>
      </pc:sldChg>
      <pc:sldChg chg="addSp delSp modSp mod modAnim">
        <pc:chgData name="Hafiz Mahfooz Ul Haque" userId="7eb5093a-188f-4877-8d5d-0411f7936b8d" providerId="ADAL" clId="{6E09475A-7B91-4BB2-9075-A537130BF080}" dt="2022-10-20T20:20:04.180" v="509" actId="27636"/>
        <pc:sldMkLst>
          <pc:docMk/>
          <pc:sldMk cId="3089785783" sldId="438"/>
        </pc:sldMkLst>
        <pc:spChg chg="mod">
          <ac:chgData name="Hafiz Mahfooz Ul Haque" userId="7eb5093a-188f-4877-8d5d-0411f7936b8d" providerId="ADAL" clId="{6E09475A-7B91-4BB2-9075-A537130BF080}" dt="2022-10-20T20:20:04.180" v="509" actId="27636"/>
          <ac:spMkLst>
            <pc:docMk/>
            <pc:sldMk cId="3089785783" sldId="438"/>
            <ac:spMk id="2" creationId="{00000000-0000-0000-0000-000000000000}"/>
          </ac:spMkLst>
        </pc:spChg>
        <pc:spChg chg="add mod">
          <ac:chgData name="Hafiz Mahfooz Ul Haque" userId="7eb5093a-188f-4877-8d5d-0411f7936b8d" providerId="ADAL" clId="{6E09475A-7B91-4BB2-9075-A537130BF080}" dt="2022-10-20T20:05:03.722" v="286"/>
          <ac:spMkLst>
            <pc:docMk/>
            <pc:sldMk cId="3089785783" sldId="438"/>
            <ac:spMk id="3" creationId="{30667684-CE76-1461-DCA6-E1555F1BAFAF}"/>
          </ac:spMkLst>
        </pc:spChg>
        <pc:spChg chg="del">
          <ac:chgData name="Hafiz Mahfooz Ul Haque" userId="7eb5093a-188f-4877-8d5d-0411f7936b8d" providerId="ADAL" clId="{6E09475A-7B91-4BB2-9075-A537130BF080}" dt="2022-10-20T20:03:28.990" v="255" actId="478"/>
          <ac:spMkLst>
            <pc:docMk/>
            <pc:sldMk cId="3089785783" sldId="438"/>
            <ac:spMk id="10242" creationId="{00000000-0000-0000-0000-000000000000}"/>
          </ac:spMkLst>
        </pc:spChg>
      </pc:sldChg>
      <pc:sldChg chg="addSp delSp modSp modAnim">
        <pc:chgData name="Hafiz Mahfooz Ul Haque" userId="7eb5093a-188f-4877-8d5d-0411f7936b8d" providerId="ADAL" clId="{6E09475A-7B91-4BB2-9075-A537130BF080}" dt="2022-10-20T20:20:24.002" v="514" actId="20577"/>
        <pc:sldMkLst>
          <pc:docMk/>
          <pc:sldMk cId="1268716788" sldId="439"/>
        </pc:sldMkLst>
        <pc:spChg chg="add mod">
          <ac:chgData name="Hafiz Mahfooz Ul Haque" userId="7eb5093a-188f-4877-8d5d-0411f7936b8d" providerId="ADAL" clId="{6E09475A-7B91-4BB2-9075-A537130BF080}" dt="2022-10-20T20:05:05.534" v="287"/>
          <ac:spMkLst>
            <pc:docMk/>
            <pc:sldMk cId="1268716788" sldId="439"/>
            <ac:spMk id="2" creationId="{CA6D423D-FDF3-A71D-AE56-AD5CB56FA009}"/>
          </ac:spMkLst>
        </pc:spChg>
        <pc:spChg chg="del">
          <ac:chgData name="Hafiz Mahfooz Ul Haque" userId="7eb5093a-188f-4877-8d5d-0411f7936b8d" providerId="ADAL" clId="{6E09475A-7B91-4BB2-9075-A537130BF080}" dt="2022-10-20T20:03:31.470" v="256" actId="478"/>
          <ac:spMkLst>
            <pc:docMk/>
            <pc:sldMk cId="1268716788" sldId="439"/>
            <ac:spMk id="12290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0:24.002" v="514" actId="20577"/>
          <ac:spMkLst>
            <pc:docMk/>
            <pc:sldMk cId="1268716788" sldId="439"/>
            <ac:spMk id="97283" creationId="{00000000-0000-0000-0000-000000000000}"/>
          </ac:spMkLst>
        </pc:spChg>
      </pc:sldChg>
      <pc:sldChg chg="addSp delSp modSp mod modAnim">
        <pc:chgData name="Hafiz Mahfooz Ul Haque" userId="7eb5093a-188f-4877-8d5d-0411f7936b8d" providerId="ADAL" clId="{6E09475A-7B91-4BB2-9075-A537130BF080}" dt="2022-10-20T20:20:40.788" v="520" actId="27636"/>
        <pc:sldMkLst>
          <pc:docMk/>
          <pc:sldMk cId="2316445497" sldId="440"/>
        </pc:sldMkLst>
        <pc:spChg chg="add mod">
          <ac:chgData name="Hafiz Mahfooz Ul Haque" userId="7eb5093a-188f-4877-8d5d-0411f7936b8d" providerId="ADAL" clId="{6E09475A-7B91-4BB2-9075-A537130BF080}" dt="2022-10-20T20:05:07.588" v="288"/>
          <ac:spMkLst>
            <pc:docMk/>
            <pc:sldMk cId="2316445497" sldId="440"/>
            <ac:spMk id="2" creationId="{A3E12F97-524D-DA5C-939E-012817878ED7}"/>
          </ac:spMkLst>
        </pc:spChg>
        <pc:spChg chg="del">
          <ac:chgData name="Hafiz Mahfooz Ul Haque" userId="7eb5093a-188f-4877-8d5d-0411f7936b8d" providerId="ADAL" clId="{6E09475A-7B91-4BB2-9075-A537130BF080}" dt="2022-10-20T20:03:33.931" v="257" actId="478"/>
          <ac:spMkLst>
            <pc:docMk/>
            <pc:sldMk cId="2316445497" sldId="440"/>
            <ac:spMk id="13314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0:40.788" v="520" actId="27636"/>
          <ac:spMkLst>
            <pc:docMk/>
            <pc:sldMk cId="2316445497" sldId="440"/>
            <ac:spMk id="84995" creationId="{00000000-0000-0000-0000-000000000000}"/>
          </ac:spMkLst>
        </pc:spChg>
      </pc:sldChg>
      <pc:sldChg chg="addSp delSp modSp">
        <pc:chgData name="Hafiz Mahfooz Ul Haque" userId="7eb5093a-188f-4877-8d5d-0411f7936b8d" providerId="ADAL" clId="{6E09475A-7B91-4BB2-9075-A537130BF080}" dt="2022-10-20T20:05:09.321" v="289"/>
        <pc:sldMkLst>
          <pc:docMk/>
          <pc:sldMk cId="3870018783" sldId="441"/>
        </pc:sldMkLst>
        <pc:spChg chg="add mod">
          <ac:chgData name="Hafiz Mahfooz Ul Haque" userId="7eb5093a-188f-4877-8d5d-0411f7936b8d" providerId="ADAL" clId="{6E09475A-7B91-4BB2-9075-A537130BF080}" dt="2022-10-20T20:05:09.321" v="289"/>
          <ac:spMkLst>
            <pc:docMk/>
            <pc:sldMk cId="3870018783" sldId="441"/>
            <ac:spMk id="2" creationId="{1EB786EA-D674-D602-48D8-4660260B91E5}"/>
          </ac:spMkLst>
        </pc:spChg>
        <pc:spChg chg="del">
          <ac:chgData name="Hafiz Mahfooz Ul Haque" userId="7eb5093a-188f-4877-8d5d-0411f7936b8d" providerId="ADAL" clId="{6E09475A-7B91-4BB2-9075-A537130BF080}" dt="2022-10-20T20:03:36.756" v="258" actId="478"/>
          <ac:spMkLst>
            <pc:docMk/>
            <pc:sldMk cId="3870018783" sldId="441"/>
            <ac:spMk id="16386" creationId="{00000000-0000-0000-0000-000000000000}"/>
          </ac:spMkLst>
        </pc:spChg>
      </pc:sldChg>
      <pc:sldChg chg="addSp delSp modSp modAnim">
        <pc:chgData name="Hafiz Mahfooz Ul Haque" userId="7eb5093a-188f-4877-8d5d-0411f7936b8d" providerId="ADAL" clId="{6E09475A-7B91-4BB2-9075-A537130BF080}" dt="2022-10-20T20:21:04.064" v="524" actId="20577"/>
        <pc:sldMkLst>
          <pc:docMk/>
          <pc:sldMk cId="2882151838" sldId="442"/>
        </pc:sldMkLst>
        <pc:spChg chg="add mod">
          <ac:chgData name="Hafiz Mahfooz Ul Haque" userId="7eb5093a-188f-4877-8d5d-0411f7936b8d" providerId="ADAL" clId="{6E09475A-7B91-4BB2-9075-A537130BF080}" dt="2022-10-20T20:05:10.975" v="290"/>
          <ac:spMkLst>
            <pc:docMk/>
            <pc:sldMk cId="2882151838" sldId="442"/>
            <ac:spMk id="2" creationId="{B4C8EFC8-7B5F-5B11-619B-FA1647C593F8}"/>
          </ac:spMkLst>
        </pc:spChg>
        <pc:spChg chg="del">
          <ac:chgData name="Hafiz Mahfooz Ul Haque" userId="7eb5093a-188f-4877-8d5d-0411f7936b8d" providerId="ADAL" clId="{6E09475A-7B91-4BB2-9075-A537130BF080}" dt="2022-10-20T20:03:41.129" v="259" actId="478"/>
          <ac:spMkLst>
            <pc:docMk/>
            <pc:sldMk cId="2882151838" sldId="442"/>
            <ac:spMk id="17410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1:04.064" v="524" actId="20577"/>
          <ac:spMkLst>
            <pc:docMk/>
            <pc:sldMk cId="2882151838" sldId="442"/>
            <ac:spMk id="90115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21:54.841" v="534" actId="20577"/>
        <pc:sldMkLst>
          <pc:docMk/>
          <pc:sldMk cId="278677134" sldId="443"/>
        </pc:sldMkLst>
        <pc:spChg chg="add mod">
          <ac:chgData name="Hafiz Mahfooz Ul Haque" userId="7eb5093a-188f-4877-8d5d-0411f7936b8d" providerId="ADAL" clId="{6E09475A-7B91-4BB2-9075-A537130BF080}" dt="2022-10-20T20:05:12.708" v="291"/>
          <ac:spMkLst>
            <pc:docMk/>
            <pc:sldMk cId="278677134" sldId="443"/>
            <ac:spMk id="2" creationId="{9A1B8A26-148A-F5EC-4074-CDAEC31DA6C7}"/>
          </ac:spMkLst>
        </pc:spChg>
        <pc:spChg chg="del">
          <ac:chgData name="Hafiz Mahfooz Ul Haque" userId="7eb5093a-188f-4877-8d5d-0411f7936b8d" providerId="ADAL" clId="{6E09475A-7B91-4BB2-9075-A537130BF080}" dt="2022-10-20T20:03:43.836" v="260" actId="478"/>
          <ac:spMkLst>
            <pc:docMk/>
            <pc:sldMk cId="278677134" sldId="443"/>
            <ac:spMk id="18434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1:12.898" v="525" actId="1076"/>
          <ac:spMkLst>
            <pc:docMk/>
            <pc:sldMk cId="278677134" sldId="443"/>
            <ac:spMk id="18435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1:54.841" v="534" actId="20577"/>
          <ac:spMkLst>
            <pc:docMk/>
            <pc:sldMk cId="278677134" sldId="443"/>
            <ac:spMk id="18436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22:24.293" v="546" actId="1076"/>
        <pc:sldMkLst>
          <pc:docMk/>
          <pc:sldMk cId="3788140880" sldId="444"/>
        </pc:sldMkLst>
        <pc:spChg chg="add mod">
          <ac:chgData name="Hafiz Mahfooz Ul Haque" userId="7eb5093a-188f-4877-8d5d-0411f7936b8d" providerId="ADAL" clId="{6E09475A-7B91-4BB2-9075-A537130BF080}" dt="2022-10-20T20:05:18.636" v="294" actId="20577"/>
          <ac:spMkLst>
            <pc:docMk/>
            <pc:sldMk cId="3788140880" sldId="444"/>
            <ac:spMk id="2" creationId="{12A84232-408A-B572-05ED-D3309342DB41}"/>
          </ac:spMkLst>
        </pc:spChg>
        <pc:spChg chg="del">
          <ac:chgData name="Hafiz Mahfooz Ul Haque" userId="7eb5093a-188f-4877-8d5d-0411f7936b8d" providerId="ADAL" clId="{6E09475A-7B91-4BB2-9075-A537130BF080}" dt="2022-10-20T20:03:46.470" v="261" actId="478"/>
          <ac:spMkLst>
            <pc:docMk/>
            <pc:sldMk cId="3788140880" sldId="444"/>
            <ac:spMk id="2048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2:24.293" v="546" actId="1076"/>
          <ac:spMkLst>
            <pc:docMk/>
            <pc:sldMk cId="3788140880" sldId="444"/>
            <ac:spMk id="20483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2:16.260" v="545" actId="27636"/>
          <ac:spMkLst>
            <pc:docMk/>
            <pc:sldMk cId="3788140880" sldId="444"/>
            <ac:spMk id="20484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22:59.264" v="567" actId="27636"/>
        <pc:sldMkLst>
          <pc:docMk/>
          <pc:sldMk cId="4130208503" sldId="445"/>
        </pc:sldMkLst>
        <pc:spChg chg="add mod">
          <ac:chgData name="Hafiz Mahfooz Ul Haque" userId="7eb5093a-188f-4877-8d5d-0411f7936b8d" providerId="ADAL" clId="{6E09475A-7B91-4BB2-9075-A537130BF080}" dt="2022-10-20T20:05:22.759" v="295"/>
          <ac:spMkLst>
            <pc:docMk/>
            <pc:sldMk cId="4130208503" sldId="445"/>
            <ac:spMk id="2" creationId="{F125DA3F-BA40-1701-CD23-B46C706685C5}"/>
          </ac:spMkLst>
        </pc:spChg>
        <pc:spChg chg="del">
          <ac:chgData name="Hafiz Mahfooz Ul Haque" userId="7eb5093a-188f-4877-8d5d-0411f7936b8d" providerId="ADAL" clId="{6E09475A-7B91-4BB2-9075-A537130BF080}" dt="2022-10-20T20:03:48.493" v="262" actId="478"/>
          <ac:spMkLst>
            <pc:docMk/>
            <pc:sldMk cId="4130208503" sldId="445"/>
            <ac:spMk id="22530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2:29.211" v="547" actId="1076"/>
          <ac:spMkLst>
            <pc:docMk/>
            <pc:sldMk cId="4130208503" sldId="445"/>
            <ac:spMk id="22531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2:59.264" v="567" actId="27636"/>
          <ac:spMkLst>
            <pc:docMk/>
            <pc:sldMk cId="4130208503" sldId="445"/>
            <ac:spMk id="22532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23:47.811" v="576" actId="20577"/>
        <pc:sldMkLst>
          <pc:docMk/>
          <pc:sldMk cId="3888901978" sldId="446"/>
        </pc:sldMkLst>
        <pc:spChg chg="add mod">
          <ac:chgData name="Hafiz Mahfooz Ul Haque" userId="7eb5093a-188f-4877-8d5d-0411f7936b8d" providerId="ADAL" clId="{6E09475A-7B91-4BB2-9075-A537130BF080}" dt="2022-10-20T20:05:24.422" v="296"/>
          <ac:spMkLst>
            <pc:docMk/>
            <pc:sldMk cId="3888901978" sldId="446"/>
            <ac:spMk id="2" creationId="{EA48138B-8EBA-1D39-69CD-F6083283B6E2}"/>
          </ac:spMkLst>
        </pc:spChg>
        <pc:spChg chg="del">
          <ac:chgData name="Hafiz Mahfooz Ul Haque" userId="7eb5093a-188f-4877-8d5d-0411f7936b8d" providerId="ADAL" clId="{6E09475A-7B91-4BB2-9075-A537130BF080}" dt="2022-10-20T20:03:50.578" v="263" actId="478"/>
          <ac:spMkLst>
            <pc:docMk/>
            <pc:sldMk cId="3888901978" sldId="446"/>
            <ac:spMk id="24578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3:27.822" v="568" actId="1076"/>
          <ac:spMkLst>
            <pc:docMk/>
            <pc:sldMk cId="3888901978" sldId="446"/>
            <ac:spMk id="24579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3:47.811" v="576" actId="20577"/>
          <ac:spMkLst>
            <pc:docMk/>
            <pc:sldMk cId="3888901978" sldId="446"/>
            <ac:spMk id="24580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24:02.477" v="581" actId="20577"/>
        <pc:sldMkLst>
          <pc:docMk/>
          <pc:sldMk cId="1458620846" sldId="447"/>
        </pc:sldMkLst>
        <pc:spChg chg="add mod">
          <ac:chgData name="Hafiz Mahfooz Ul Haque" userId="7eb5093a-188f-4877-8d5d-0411f7936b8d" providerId="ADAL" clId="{6E09475A-7B91-4BB2-9075-A537130BF080}" dt="2022-10-20T20:05:26.154" v="297"/>
          <ac:spMkLst>
            <pc:docMk/>
            <pc:sldMk cId="1458620846" sldId="447"/>
            <ac:spMk id="2" creationId="{101A1BCF-7F5A-7606-B41F-5E4646711B2E}"/>
          </ac:spMkLst>
        </pc:spChg>
        <pc:spChg chg="del">
          <ac:chgData name="Hafiz Mahfooz Ul Haque" userId="7eb5093a-188f-4877-8d5d-0411f7936b8d" providerId="ADAL" clId="{6E09475A-7B91-4BB2-9075-A537130BF080}" dt="2022-10-20T20:03:52.940" v="264" actId="478"/>
          <ac:spMkLst>
            <pc:docMk/>
            <pc:sldMk cId="1458620846" sldId="447"/>
            <ac:spMk id="26626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4:02.477" v="581" actId="20577"/>
          <ac:spMkLst>
            <pc:docMk/>
            <pc:sldMk cId="1458620846" sldId="447"/>
            <ac:spMk id="26628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24:23.504" v="588" actId="27636"/>
        <pc:sldMkLst>
          <pc:docMk/>
          <pc:sldMk cId="3280931978" sldId="448"/>
        </pc:sldMkLst>
        <pc:spChg chg="add mod">
          <ac:chgData name="Hafiz Mahfooz Ul Haque" userId="7eb5093a-188f-4877-8d5d-0411f7936b8d" providerId="ADAL" clId="{6E09475A-7B91-4BB2-9075-A537130BF080}" dt="2022-10-20T20:05:27.938" v="298"/>
          <ac:spMkLst>
            <pc:docMk/>
            <pc:sldMk cId="3280931978" sldId="448"/>
            <ac:spMk id="2" creationId="{D71919F5-036E-A29F-6B34-50B9BAFC9A95}"/>
          </ac:spMkLst>
        </pc:spChg>
        <pc:spChg chg="del">
          <ac:chgData name="Hafiz Mahfooz Ul Haque" userId="7eb5093a-188f-4877-8d5d-0411f7936b8d" providerId="ADAL" clId="{6E09475A-7B91-4BB2-9075-A537130BF080}" dt="2022-10-20T20:03:55.107" v="265" actId="478"/>
          <ac:spMkLst>
            <pc:docMk/>
            <pc:sldMk cId="3280931978" sldId="448"/>
            <ac:spMk id="28674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4:23.504" v="588" actId="27636"/>
          <ac:spMkLst>
            <pc:docMk/>
            <pc:sldMk cId="3280931978" sldId="448"/>
            <ac:spMk id="28676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24:59.272" v="601" actId="1076"/>
        <pc:sldMkLst>
          <pc:docMk/>
          <pc:sldMk cId="4058584806" sldId="449"/>
        </pc:sldMkLst>
        <pc:spChg chg="add mod">
          <ac:chgData name="Hafiz Mahfooz Ul Haque" userId="7eb5093a-188f-4877-8d5d-0411f7936b8d" providerId="ADAL" clId="{6E09475A-7B91-4BB2-9075-A537130BF080}" dt="2022-10-20T20:05:30.145" v="300" actId="1036"/>
          <ac:spMkLst>
            <pc:docMk/>
            <pc:sldMk cId="4058584806" sldId="449"/>
            <ac:spMk id="2" creationId="{347C1137-3632-BD3B-79A5-316E5B86AF6C}"/>
          </ac:spMkLst>
        </pc:spChg>
        <pc:spChg chg="del">
          <ac:chgData name="Hafiz Mahfooz Ul Haque" userId="7eb5093a-188f-4877-8d5d-0411f7936b8d" providerId="ADAL" clId="{6E09475A-7B91-4BB2-9075-A537130BF080}" dt="2022-10-20T20:03:57.371" v="266" actId="478"/>
          <ac:spMkLst>
            <pc:docMk/>
            <pc:sldMk cId="4058584806" sldId="449"/>
            <ac:spMk id="3072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4:55.107" v="600" actId="1076"/>
          <ac:spMkLst>
            <pc:docMk/>
            <pc:sldMk cId="4058584806" sldId="449"/>
            <ac:spMk id="30723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4:59.272" v="601" actId="1076"/>
          <ac:spMkLst>
            <pc:docMk/>
            <pc:sldMk cId="4058584806" sldId="449"/>
            <ac:spMk id="30724" creationId="{00000000-0000-0000-0000-000000000000}"/>
          </ac:spMkLst>
        </pc:spChg>
      </pc:sldChg>
      <pc:sldChg chg="addSp delSp modSp mod">
        <pc:chgData name="Hafiz Mahfooz Ul Haque" userId="7eb5093a-188f-4877-8d5d-0411f7936b8d" providerId="ADAL" clId="{6E09475A-7B91-4BB2-9075-A537130BF080}" dt="2022-10-20T20:25:44.568" v="610" actId="20577"/>
        <pc:sldMkLst>
          <pc:docMk/>
          <pc:sldMk cId="613928118" sldId="450"/>
        </pc:sldMkLst>
        <pc:spChg chg="add mod">
          <ac:chgData name="Hafiz Mahfooz Ul Haque" userId="7eb5093a-188f-4877-8d5d-0411f7936b8d" providerId="ADAL" clId="{6E09475A-7B91-4BB2-9075-A537130BF080}" dt="2022-10-20T20:05:31.914" v="301"/>
          <ac:spMkLst>
            <pc:docMk/>
            <pc:sldMk cId="613928118" sldId="450"/>
            <ac:spMk id="2" creationId="{51DC41AA-F6FF-9FB0-CBA3-2433633ACB86}"/>
          </ac:spMkLst>
        </pc:spChg>
        <pc:spChg chg="del">
          <ac:chgData name="Hafiz Mahfooz Ul Haque" userId="7eb5093a-188f-4877-8d5d-0411f7936b8d" providerId="ADAL" clId="{6E09475A-7B91-4BB2-9075-A537130BF080}" dt="2022-10-20T20:03:59.786" v="267" actId="478"/>
          <ac:spMkLst>
            <pc:docMk/>
            <pc:sldMk cId="613928118" sldId="450"/>
            <ac:spMk id="32770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5:17.643" v="602" actId="1076"/>
          <ac:spMkLst>
            <pc:docMk/>
            <pc:sldMk cId="613928118" sldId="450"/>
            <ac:spMk id="32771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5:44.568" v="610" actId="20577"/>
          <ac:spMkLst>
            <pc:docMk/>
            <pc:sldMk cId="613928118" sldId="450"/>
            <ac:spMk id="32772" creationId="{00000000-0000-0000-0000-000000000000}"/>
          </ac:spMkLst>
        </pc:spChg>
      </pc:sldChg>
      <pc:sldChg chg="addSp delSp modSp modAnim">
        <pc:chgData name="Hafiz Mahfooz Ul Haque" userId="7eb5093a-188f-4877-8d5d-0411f7936b8d" providerId="ADAL" clId="{6E09475A-7B91-4BB2-9075-A537130BF080}" dt="2022-10-20T20:26:03.976" v="615" actId="20577"/>
        <pc:sldMkLst>
          <pc:docMk/>
          <pc:sldMk cId="272603672" sldId="451"/>
        </pc:sldMkLst>
        <pc:spChg chg="add mod">
          <ac:chgData name="Hafiz Mahfooz Ul Haque" userId="7eb5093a-188f-4877-8d5d-0411f7936b8d" providerId="ADAL" clId="{6E09475A-7B91-4BB2-9075-A537130BF080}" dt="2022-10-20T20:05:33.390" v="302"/>
          <ac:spMkLst>
            <pc:docMk/>
            <pc:sldMk cId="272603672" sldId="451"/>
            <ac:spMk id="2" creationId="{0419E0BD-51FC-6F96-1E99-42E841EC3DD1}"/>
          </ac:spMkLst>
        </pc:spChg>
        <pc:spChg chg="mod">
          <ac:chgData name="Hafiz Mahfooz Ul Haque" userId="7eb5093a-188f-4877-8d5d-0411f7936b8d" providerId="ADAL" clId="{6E09475A-7B91-4BB2-9075-A537130BF080}" dt="2022-10-20T20:26:03.976" v="615" actId="20577"/>
          <ac:spMkLst>
            <pc:docMk/>
            <pc:sldMk cId="272603672" sldId="451"/>
            <ac:spMk id="20483" creationId="{00000000-0000-0000-0000-000000000000}"/>
          </ac:spMkLst>
        </pc:spChg>
        <pc:spChg chg="del">
          <ac:chgData name="Hafiz Mahfooz Ul Haque" userId="7eb5093a-188f-4877-8d5d-0411f7936b8d" providerId="ADAL" clId="{6E09475A-7B91-4BB2-9075-A537130BF080}" dt="2022-10-20T20:04:02.169" v="268" actId="478"/>
          <ac:spMkLst>
            <pc:docMk/>
            <pc:sldMk cId="272603672" sldId="451"/>
            <ac:spMk id="34818" creationId="{00000000-0000-0000-0000-000000000000}"/>
          </ac:spMkLst>
        </pc:spChg>
      </pc:sldChg>
      <pc:sldChg chg="addSp delSp modSp mod modAnim">
        <pc:chgData name="Hafiz Mahfooz Ul Haque" userId="7eb5093a-188f-4877-8d5d-0411f7936b8d" providerId="ADAL" clId="{6E09475A-7B91-4BB2-9075-A537130BF080}" dt="2022-10-20T20:26:33.297" v="621" actId="1076"/>
        <pc:sldMkLst>
          <pc:docMk/>
          <pc:sldMk cId="1298602" sldId="452"/>
        </pc:sldMkLst>
        <pc:spChg chg="add mod">
          <ac:chgData name="Hafiz Mahfooz Ul Haque" userId="7eb5093a-188f-4877-8d5d-0411f7936b8d" providerId="ADAL" clId="{6E09475A-7B91-4BB2-9075-A537130BF080}" dt="2022-10-20T20:05:35.003" v="303"/>
          <ac:spMkLst>
            <pc:docMk/>
            <pc:sldMk cId="1298602" sldId="452"/>
            <ac:spMk id="2" creationId="{D63E7894-B695-B36C-DE30-F6BE0AF4DF93}"/>
          </ac:spMkLst>
        </pc:spChg>
        <pc:spChg chg="del">
          <ac:chgData name="Hafiz Mahfooz Ul Haque" userId="7eb5093a-188f-4877-8d5d-0411f7936b8d" providerId="ADAL" clId="{6E09475A-7B91-4BB2-9075-A537130BF080}" dt="2022-10-20T20:04:05.084" v="269" actId="478"/>
          <ac:spMkLst>
            <pc:docMk/>
            <pc:sldMk cId="1298602" sldId="452"/>
            <ac:spMk id="35842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6:33.297" v="621" actId="1076"/>
          <ac:spMkLst>
            <pc:docMk/>
            <pc:sldMk cId="1298602" sldId="452"/>
            <ac:spMk id="35843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6:17.648" v="619" actId="20577"/>
          <ac:spMkLst>
            <pc:docMk/>
            <pc:sldMk cId="1298602" sldId="452"/>
            <ac:spMk id="100355" creationId="{00000000-0000-0000-0000-000000000000}"/>
          </ac:spMkLst>
        </pc:spChg>
      </pc:sldChg>
      <pc:sldChg chg="addSp delSp modSp mod modAnim">
        <pc:chgData name="Hafiz Mahfooz Ul Haque" userId="7eb5093a-188f-4877-8d5d-0411f7936b8d" providerId="ADAL" clId="{6E09475A-7B91-4BB2-9075-A537130BF080}" dt="2022-10-20T20:26:55.724" v="626" actId="20577"/>
        <pc:sldMkLst>
          <pc:docMk/>
          <pc:sldMk cId="2779495373" sldId="453"/>
        </pc:sldMkLst>
        <pc:spChg chg="add mod">
          <ac:chgData name="Hafiz Mahfooz Ul Haque" userId="7eb5093a-188f-4877-8d5d-0411f7936b8d" providerId="ADAL" clId="{6E09475A-7B91-4BB2-9075-A537130BF080}" dt="2022-10-20T20:05:36.704" v="304"/>
          <ac:spMkLst>
            <pc:docMk/>
            <pc:sldMk cId="2779495373" sldId="453"/>
            <ac:spMk id="2" creationId="{9BC2B1B8-CA10-18CB-C9A6-DB70BBD041D0}"/>
          </ac:spMkLst>
        </pc:spChg>
        <pc:spChg chg="del">
          <ac:chgData name="Hafiz Mahfooz Ul Haque" userId="7eb5093a-188f-4877-8d5d-0411f7936b8d" providerId="ADAL" clId="{6E09475A-7B91-4BB2-9075-A537130BF080}" dt="2022-10-20T20:04:07.565" v="270" actId="478"/>
          <ac:spMkLst>
            <pc:docMk/>
            <pc:sldMk cId="2779495373" sldId="453"/>
            <ac:spMk id="38914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6:27.773" v="620" actId="1076"/>
          <ac:spMkLst>
            <pc:docMk/>
            <pc:sldMk cId="2779495373" sldId="453"/>
            <ac:spMk id="38915" creationId="{00000000-0000-0000-0000-000000000000}"/>
          </ac:spMkLst>
        </pc:spChg>
        <pc:spChg chg="mod">
          <ac:chgData name="Hafiz Mahfooz Ul Haque" userId="7eb5093a-188f-4877-8d5d-0411f7936b8d" providerId="ADAL" clId="{6E09475A-7B91-4BB2-9075-A537130BF080}" dt="2022-10-20T20:26:55.724" v="626" actId="20577"/>
          <ac:spMkLst>
            <pc:docMk/>
            <pc:sldMk cId="2779495373" sldId="453"/>
            <ac:spMk id="14438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5D297-3CBA-43C8-BE30-6D09D711F10B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7C614-9CDE-45C4-8AF3-AAD5A72D3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52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57C614-9CDE-45C4-8AF3-AAD5A72D3A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30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62D5-95CA-411E-B890-18FA5D6C4E58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63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C6-1C95-4234-827C-D33057E52EA9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3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3936-F97D-4082-AA02-9A479DFF3B59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68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7BA0-0DE5-4CE7-8B3D-C4647172B81B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2648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8E78-C12D-4F14-AE41-464841B4BF61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1991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488D-D287-4071-A3D9-BF02B32E79ED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36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FD40-07A1-4879-8182-175D9EBC970F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91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287C-68A5-41DA-9C6D-48AB1F494825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134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4479-27A7-4AC7-BCA1-9EF6B096BA3D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4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A57F-595B-4220-B1DE-506578B8BBF9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644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773D5-8AF9-4FA0-BCD4-826F44F72CE0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7189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46C7-0950-4A8A-B69E-B41B79842100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538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449A5-320F-4033-BAEB-D9008018CDE7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239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5738F-2EED-4BCE-886A-C8E353FDBE25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183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EF08-5329-44FB-8EA6-00BB67BD11EC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432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2EF8-E8B3-4C89-A6F7-CA8121A402BF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16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3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F74AA-18A0-486F-80D1-050E214D4A50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9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3" r:id="rId1"/>
    <p:sldLayoutId id="2147484374" r:id="rId2"/>
    <p:sldLayoutId id="2147484375" r:id="rId3"/>
    <p:sldLayoutId id="2147484376" r:id="rId4"/>
    <p:sldLayoutId id="2147484377" r:id="rId5"/>
    <p:sldLayoutId id="2147484378" r:id="rId6"/>
    <p:sldLayoutId id="2147484379" r:id="rId7"/>
    <p:sldLayoutId id="2147484380" r:id="rId8"/>
    <p:sldLayoutId id="2147484381" r:id="rId9"/>
    <p:sldLayoutId id="2147484382" r:id="rId10"/>
    <p:sldLayoutId id="2147484383" r:id="rId11"/>
    <p:sldLayoutId id="2147484384" r:id="rId12"/>
    <p:sldLayoutId id="2147484385" r:id="rId13"/>
    <p:sldLayoutId id="2147484386" r:id="rId14"/>
    <p:sldLayoutId id="2147484387" r:id="rId15"/>
    <p:sldLayoutId id="2147484388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387" y="420415"/>
            <a:ext cx="9333186" cy="1986456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Role of Data Analytics to overcome Challenges in Supply Chain </a:t>
            </a:r>
            <a:r>
              <a:rPr lang="en-GB" sz="2800" b="1" dirty="0" smtClean="0"/>
              <a:t>Management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2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26676" y="2280745"/>
            <a:ext cx="5896304" cy="1786758"/>
          </a:xfrm>
        </p:spPr>
        <p:txBody>
          <a:bodyPr>
            <a:normAutofit fontScale="85000" lnSpcReduction="20000"/>
          </a:bodyPr>
          <a:lstStyle/>
          <a:p>
            <a:pPr algn="ctr"/>
            <a:endParaRPr lang="en-GB" b="1" dirty="0" smtClean="0"/>
          </a:p>
          <a:p>
            <a:pPr algn="ctr"/>
            <a:r>
              <a:rPr lang="en-GB" sz="2400" b="1" dirty="0"/>
              <a:t>MSc Research </a:t>
            </a:r>
            <a:r>
              <a:rPr lang="en-GB" sz="2400" b="1" dirty="0" smtClean="0"/>
              <a:t>Project</a:t>
            </a:r>
            <a:endParaRPr lang="en-GB" sz="2400" b="1" dirty="0"/>
          </a:p>
          <a:p>
            <a:pPr algn="ctr"/>
            <a:r>
              <a:rPr lang="en-GB" sz="2400" b="1" dirty="0"/>
              <a:t>MSC Data </a:t>
            </a:r>
            <a:r>
              <a:rPr lang="en-GB" sz="2400" b="1" dirty="0" smtClean="0"/>
              <a:t>Analytics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smtClean="0"/>
              <a:t>Supervisor</a:t>
            </a:r>
            <a:r>
              <a:rPr lang="en-GB" sz="2400" b="1" dirty="0"/>
              <a:t>: Arjun Chikkankod</a:t>
            </a:r>
            <a:endParaRPr lang="en-GB" sz="2400" b="1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984772" y="4876801"/>
            <a:ext cx="5330428" cy="141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 smtClean="0"/>
              <a:t>Muddassir Ahmed         x23138688</a:t>
            </a:r>
          </a:p>
          <a:p>
            <a:pPr algn="ctr"/>
            <a:endParaRPr lang="en-US" sz="2400" b="1" dirty="0" smtClean="0"/>
          </a:p>
          <a:p>
            <a:pPr algn="ctr"/>
            <a:endParaRPr lang="en-US" sz="2400" b="1" dirty="0" smtClean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9630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Introduction: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4444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Supply chain management is facing big challenges in </a:t>
            </a:r>
            <a:r>
              <a:rPr lang="en-GB" dirty="0" smtClean="0"/>
              <a:t>Logistics. In my Research work, I’m trying </a:t>
            </a:r>
            <a:r>
              <a:rPr lang="en-GB" dirty="0"/>
              <a:t>to find how data analytics can be use in supply chain management specific in demand forecasting of the products and late deliveries of the shipment. 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 smtClean="0"/>
              <a:t>Data </a:t>
            </a:r>
            <a:r>
              <a:rPr lang="en-US" b="1" dirty="0"/>
              <a:t>Analytics</a:t>
            </a:r>
            <a:r>
              <a:rPr lang="en-US" dirty="0"/>
              <a:t>: Offers solutions to enhance prediction accuracy and operational efficiency</a:t>
            </a:r>
            <a:r>
              <a:rPr lang="en-US" dirty="0" smtClean="0"/>
              <a:t>.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86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Research Question: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2331468"/>
          </a:xfrm>
        </p:spPr>
        <p:txBody>
          <a:bodyPr>
            <a:normAutofit/>
          </a:bodyPr>
          <a:lstStyle/>
          <a:p>
            <a:r>
              <a:rPr lang="en-GB" dirty="0"/>
              <a:t>1) Predicting Demand (Sale): How accurately can we forecast sales using OLS linear regression based on various order-related and customer-related </a:t>
            </a:r>
            <a:r>
              <a:rPr lang="en-GB" dirty="0" smtClean="0"/>
              <a:t>features?</a:t>
            </a:r>
            <a:endParaRPr lang="en-US" dirty="0"/>
          </a:p>
          <a:p>
            <a:r>
              <a:rPr lang="en-GB" dirty="0"/>
              <a:t>2) Late Deliveries: Which classification algorithm performs best in predicting late delivery risk based on order and customer data?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2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/>
              <a:t>Methodology Overview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2331468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Regression </a:t>
            </a:r>
            <a:r>
              <a:rPr lang="en-US" b="1" dirty="0" smtClean="0"/>
              <a:t>Model</a:t>
            </a:r>
            <a:r>
              <a:rPr lang="en-US" dirty="0" smtClean="0"/>
              <a:t>: OLS regression </a:t>
            </a:r>
            <a:r>
              <a:rPr lang="en-US" dirty="0"/>
              <a:t>for predicting demand based on past sales data.</a:t>
            </a:r>
          </a:p>
          <a:p>
            <a:pPr lvl="0"/>
            <a:r>
              <a:rPr lang="en-US" b="1" dirty="0"/>
              <a:t>Classification Models</a:t>
            </a:r>
            <a:r>
              <a:rPr lang="en-US" dirty="0"/>
              <a:t>: </a:t>
            </a:r>
            <a:r>
              <a:rPr lang="en-GB" dirty="0" smtClean="0"/>
              <a:t>Random </a:t>
            </a:r>
            <a:r>
              <a:rPr lang="en-GB" dirty="0"/>
              <a:t>Forest, Support Vector Machine, Logistic Regression, Linear </a:t>
            </a:r>
            <a:r>
              <a:rPr lang="en-GB" dirty="0" smtClean="0"/>
              <a:t>Discriminant Analysis and </a:t>
            </a:r>
            <a:r>
              <a:rPr lang="en-GB" dirty="0"/>
              <a:t>Gaussian Naive </a:t>
            </a:r>
            <a:r>
              <a:rPr lang="en-GB" dirty="0" smtClean="0"/>
              <a:t>Bayes</a:t>
            </a:r>
            <a:r>
              <a:rPr lang="en-US" dirty="0" smtClean="0"/>
              <a:t> </a:t>
            </a:r>
            <a:r>
              <a:rPr lang="en-US" dirty="0"/>
              <a:t>to analyze </a:t>
            </a:r>
            <a:r>
              <a:rPr lang="en-US" dirty="0" smtClean="0"/>
              <a:t>late deliveries.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9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/>
              <a:t>Business Implications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2331468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Demand Forecasting</a:t>
            </a:r>
            <a:r>
              <a:rPr lang="en-US" dirty="0"/>
              <a:t>: </a:t>
            </a:r>
            <a:r>
              <a:rPr lang="en-US" dirty="0" smtClean="0"/>
              <a:t>Data Analytics can help </a:t>
            </a:r>
            <a:r>
              <a:rPr lang="en-US" dirty="0"/>
              <a:t>in better planning and resource allocation.</a:t>
            </a:r>
          </a:p>
          <a:p>
            <a:pPr lvl="0"/>
            <a:r>
              <a:rPr lang="en-US" b="1" dirty="0"/>
              <a:t>Late Deliveries</a:t>
            </a:r>
            <a:r>
              <a:rPr lang="en-US" dirty="0" smtClean="0"/>
              <a:t>: It can enhance </a:t>
            </a:r>
            <a:r>
              <a:rPr lang="en-US" dirty="0"/>
              <a:t>the ability to address and prevent delays, improving customer satisfaction.</a:t>
            </a:r>
          </a:p>
          <a:p>
            <a:pPr lvl="0"/>
            <a:r>
              <a:rPr lang="en-US" b="1" dirty="0"/>
              <a:t>Overall Benefit</a:t>
            </a:r>
            <a:r>
              <a:rPr lang="en-US" dirty="0"/>
              <a:t>: Contributes to overall supply chain efficiency and cost reduction.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30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Dataset Analysis: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44448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We have selected </a:t>
            </a:r>
            <a:r>
              <a:rPr lang="en-US" dirty="0" err="1" smtClean="0"/>
              <a:t>Mendeley</a:t>
            </a:r>
            <a:r>
              <a:rPr lang="en-US" dirty="0" smtClean="0"/>
              <a:t> Dataset which is publically available ‘https</a:t>
            </a:r>
            <a:r>
              <a:rPr lang="en-US" dirty="0"/>
              <a:t>://data.mendeley.com/datasets/8gx2fvg2k6/5</a:t>
            </a:r>
            <a:r>
              <a:rPr lang="en-US" dirty="0" smtClean="0"/>
              <a:t>’</a:t>
            </a:r>
            <a:endParaRPr lang="en-US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/>
              <a:t>Size</a:t>
            </a:r>
            <a:r>
              <a:rPr lang="en-US" dirty="0"/>
              <a:t>: 180,518 rows, 53 </a:t>
            </a:r>
            <a:r>
              <a:rPr lang="en-US" dirty="0" smtClean="0"/>
              <a:t>columns</a:t>
            </a:r>
          </a:p>
          <a:p>
            <a:pPr lvl="1"/>
            <a:r>
              <a:rPr lang="en-GB" dirty="0" smtClean="0"/>
              <a:t>Missing values, numeric values, categorical values </a:t>
            </a:r>
            <a:r>
              <a:rPr lang="en-GB" dirty="0" err="1" smtClean="0"/>
              <a:t>etc</a:t>
            </a:r>
            <a:endParaRPr lang="en-US" dirty="0" smtClean="0"/>
          </a:p>
          <a:p>
            <a:pPr lvl="1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510" y="2755769"/>
            <a:ext cx="5829116" cy="220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5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Data Preparation: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44448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Handling missing values:</a:t>
            </a:r>
          </a:p>
          <a:p>
            <a:pPr marL="0" lvl="0" indent="0">
              <a:buNone/>
            </a:pPr>
            <a:r>
              <a:rPr lang="en-GB" dirty="0"/>
              <a:t>	</a:t>
            </a:r>
            <a:r>
              <a:rPr lang="en-GB" dirty="0" smtClean="0"/>
              <a:t>1. Names were missing, Filled with Not determined</a:t>
            </a:r>
          </a:p>
          <a:p>
            <a:pPr marL="0" lvl="0" indent="0">
              <a:buNone/>
            </a:pPr>
            <a:r>
              <a:rPr lang="en-GB" dirty="0"/>
              <a:t>	</a:t>
            </a:r>
            <a:r>
              <a:rPr lang="en-GB" dirty="0" smtClean="0"/>
              <a:t>2. Zip code missing values, Filled with 0</a:t>
            </a:r>
          </a:p>
          <a:p>
            <a:pPr marL="0" lvl="0" indent="0">
              <a:buNone/>
            </a:pPr>
            <a:r>
              <a:rPr lang="en-GB" dirty="0"/>
              <a:t>	</a:t>
            </a:r>
            <a:r>
              <a:rPr lang="en-GB" dirty="0" smtClean="0"/>
              <a:t>3. Order zip code value missing, Filled with 0</a:t>
            </a:r>
          </a:p>
          <a:p>
            <a:pPr marL="0" lvl="0" indent="0">
              <a:buNone/>
            </a:pPr>
            <a:endParaRPr lang="en-US" dirty="0" smtClean="0"/>
          </a:p>
          <a:p>
            <a:pPr lvl="0"/>
            <a:r>
              <a:rPr lang="en-GB" dirty="0" smtClean="0"/>
              <a:t>Dropping Columns:</a:t>
            </a:r>
          </a:p>
          <a:p>
            <a:pPr marL="0" lvl="0" indent="0">
              <a:buNone/>
            </a:pPr>
            <a:r>
              <a:rPr lang="en-GB" dirty="0"/>
              <a:t>	</a:t>
            </a:r>
            <a:r>
              <a:rPr lang="en-GB" dirty="0" smtClean="0"/>
              <a:t>Irrelevant columns were dropped</a:t>
            </a:r>
          </a:p>
          <a:p>
            <a:pPr lvl="0"/>
            <a:r>
              <a:rPr lang="en-GB" dirty="0" smtClean="0"/>
              <a:t>Combining Columns:</a:t>
            </a:r>
          </a:p>
          <a:p>
            <a:pPr marL="0" lvl="0" indent="0">
              <a:buNone/>
            </a:pPr>
            <a:r>
              <a:rPr lang="en-GB" dirty="0"/>
              <a:t>	</a:t>
            </a:r>
            <a:r>
              <a:rPr lang="en-GB" dirty="0" smtClean="0"/>
              <a:t>First name and Last name column were combined</a:t>
            </a:r>
            <a:endParaRPr lang="en-GB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53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Data Preparation: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083" y="1833299"/>
            <a:ext cx="2670349" cy="1101175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055" y="1912486"/>
            <a:ext cx="3003165" cy="6638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235" y="3180687"/>
            <a:ext cx="2972044" cy="5572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407" y="3013660"/>
            <a:ext cx="2732459" cy="7926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083" y="4243598"/>
            <a:ext cx="6761902" cy="198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Correlation Matrix: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44448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532" y="1587086"/>
            <a:ext cx="5328743" cy="481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0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Correlation Matrix</a:t>
            </a:r>
            <a:r>
              <a:rPr lang="en-US" sz="3200" dirty="0"/>
              <a:t>: </a:t>
            </a:r>
            <a:r>
              <a:rPr lang="en-US" sz="3200" dirty="0" smtClean="0"/>
              <a:t>Selected Features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44448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290" y="1645750"/>
            <a:ext cx="5516218" cy="48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50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Exploratory Data Analysis: Sales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586751"/>
          </a:xfrm>
        </p:spPr>
        <p:txBody>
          <a:bodyPr>
            <a:normAutofit/>
          </a:bodyPr>
          <a:lstStyle/>
          <a:p>
            <a:pPr lvl="0"/>
            <a:r>
              <a:rPr lang="en-GB" dirty="0" smtClean="0"/>
              <a:t>Customer Segment Analysis: Sales</a:t>
            </a:r>
          </a:p>
          <a:p>
            <a:pPr lvl="0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81" y="2627586"/>
            <a:ext cx="5122494" cy="40888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779" y="2851804"/>
            <a:ext cx="4977778" cy="3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3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Exploratory Data Analysis: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586751"/>
          </a:xfrm>
        </p:spPr>
        <p:txBody>
          <a:bodyPr>
            <a:normAutofit/>
          </a:bodyPr>
          <a:lstStyle/>
          <a:p>
            <a:pPr lvl="0"/>
            <a:r>
              <a:rPr lang="en-GB" dirty="0" smtClean="0"/>
              <a:t>Customer Segment Analysis: Sales</a:t>
            </a:r>
          </a:p>
          <a:p>
            <a:pPr lvl="0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95" y="2627586"/>
            <a:ext cx="5084475" cy="36833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745" y="2500544"/>
            <a:ext cx="5228154" cy="38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9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Exploratory Data Analysis: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558" y="1732298"/>
            <a:ext cx="7715625" cy="512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9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Exploratory Data Analysis: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593" y="1894391"/>
            <a:ext cx="8787720" cy="435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7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Exploratory Data Analysis: Late Delivery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131" y="2228996"/>
            <a:ext cx="8379789" cy="416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1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Exploratory Data Analysis: Late Delivery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79" y="2033095"/>
            <a:ext cx="4533931" cy="45741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476" y="2033095"/>
            <a:ext cx="4352482" cy="440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7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Exploratory Data Analysis: Late Delivery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69" y="1912882"/>
            <a:ext cx="7088192" cy="470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6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Modeling: OLS Regression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1438089"/>
          </a:xfrm>
        </p:spPr>
        <p:txBody>
          <a:bodyPr>
            <a:normAutofit fontScale="92500"/>
          </a:bodyPr>
          <a:lstStyle/>
          <a:p>
            <a:pPr lvl="0"/>
            <a:r>
              <a:rPr lang="en-GB" dirty="0" smtClean="0"/>
              <a:t>Ordinary </a:t>
            </a:r>
            <a:r>
              <a:rPr lang="en-GB" dirty="0"/>
              <a:t>Least </a:t>
            </a:r>
            <a:r>
              <a:rPr lang="en-GB" dirty="0" smtClean="0"/>
              <a:t>Square (OLS) </a:t>
            </a:r>
            <a:r>
              <a:rPr lang="en-GB" dirty="0"/>
              <a:t>regression</a:t>
            </a:r>
          </a:p>
          <a:p>
            <a:pPr marL="0" indent="0">
              <a:buNone/>
            </a:pPr>
            <a:r>
              <a:rPr lang="en-GB" dirty="0"/>
              <a:t>This model is used to estimate </a:t>
            </a:r>
            <a:r>
              <a:rPr lang="en-GB" dirty="0" smtClean="0"/>
              <a:t>coefficient, Standard Error </a:t>
            </a:r>
            <a:r>
              <a:rPr lang="en-GB" dirty="0"/>
              <a:t>of linear regression. We are evaluating models using metrics such as Mean </a:t>
            </a:r>
            <a:r>
              <a:rPr lang="en-GB" dirty="0" smtClean="0"/>
              <a:t>Absolute </a:t>
            </a:r>
            <a:r>
              <a:rPr lang="en-GB" dirty="0"/>
              <a:t>Error (</a:t>
            </a:r>
            <a:r>
              <a:rPr lang="en-GB" dirty="0" smtClean="0"/>
              <a:t>MAE</a:t>
            </a:r>
            <a:r>
              <a:rPr lang="en-GB" dirty="0"/>
              <a:t>) and </a:t>
            </a:r>
            <a:r>
              <a:rPr lang="en-GB" dirty="0" smtClean="0"/>
              <a:t>Root Mean Square Error based on sales of the dataset.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pic>
        <p:nvPicPr>
          <p:cNvPr id="1026" name="Picture 2" descr="MA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418" y="4435381"/>
            <a:ext cx="2921593" cy="920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RM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476" y="4435381"/>
            <a:ext cx="2506334" cy="920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867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GB" sz="3200" dirty="0" smtClean="0"/>
              <a:t>OLS Coefficient and Standard Error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82" y="2217842"/>
            <a:ext cx="5137010" cy="298478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322" y="2217842"/>
            <a:ext cx="4629796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8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GB" sz="3200" dirty="0" smtClean="0"/>
              <a:t>Regression Result Comparison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726" y="2426182"/>
            <a:ext cx="5701421" cy="181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3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Result: Diagram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3" y="2579939"/>
            <a:ext cx="3787939" cy="28118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704" y="2579939"/>
            <a:ext cx="3605048" cy="28539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828" y="2579939"/>
            <a:ext cx="3283108" cy="281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9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18727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Modeling: Classification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51C8-74D1-300F-E03B-E2F98AD5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40835"/>
            <a:ext cx="8331036" cy="195309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Classification Models: </a:t>
            </a:r>
            <a:r>
              <a:rPr lang="en-GB" dirty="0" smtClean="0"/>
              <a:t>Late Delivery analysis</a:t>
            </a:r>
          </a:p>
          <a:p>
            <a:pPr marL="0" lvl="0" indent="0">
              <a:buNone/>
            </a:pPr>
            <a:r>
              <a:rPr lang="en-GB" dirty="0" smtClean="0"/>
              <a:t>	Random </a:t>
            </a:r>
            <a:r>
              <a:rPr lang="en-GB" dirty="0"/>
              <a:t>Forest, Support Vector Machine, Logistic Regression, Linear </a:t>
            </a:r>
            <a:r>
              <a:rPr lang="en-GB" dirty="0" smtClean="0"/>
              <a:t>	Discriminant </a:t>
            </a:r>
            <a:r>
              <a:rPr lang="en-GB" dirty="0"/>
              <a:t>Analysis, Gaussian Naive </a:t>
            </a:r>
            <a:r>
              <a:rPr lang="en-GB" dirty="0" smtClean="0"/>
              <a:t>Bayes. </a:t>
            </a:r>
            <a:endParaRPr lang="en-US" dirty="0"/>
          </a:p>
          <a:p>
            <a:pPr lvl="1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pic>
        <p:nvPicPr>
          <p:cNvPr id="1026" name="Picture 2" descr="Confusion matr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442" y="3993930"/>
            <a:ext cx="2416309" cy="1848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128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CA2-2EC2-7EA0-2985-8DCB581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370" y="787782"/>
            <a:ext cx="8911687" cy="86835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Classification Result Comparison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675" y="2194241"/>
            <a:ext cx="9016770" cy="26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5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2C10A-6EAD-8CDA-10BD-4AC5741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39007" y="2421379"/>
            <a:ext cx="8834984" cy="1225711"/>
          </a:xfrm>
        </p:spPr>
        <p:txBody>
          <a:bodyPr>
            <a:normAutofit/>
          </a:bodyPr>
          <a:lstStyle/>
          <a:p>
            <a:pPr algn="ctr"/>
            <a:r>
              <a:rPr lang="en-GB" sz="4800" dirty="0" smtClean="0"/>
              <a:t>Thank You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78215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19541</TotalTime>
  <Words>416</Words>
  <Application>Microsoft Office PowerPoint</Application>
  <PresentationFormat>Widescreen</PresentationFormat>
  <Paragraphs>89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Century Gothic</vt:lpstr>
      <vt:lpstr>Wingdings 3</vt:lpstr>
      <vt:lpstr>Wisp</vt:lpstr>
      <vt:lpstr>Role of Data Analytics to overcome Challenges in Supply Chain Management </vt:lpstr>
      <vt:lpstr>Introduction:</vt:lpstr>
      <vt:lpstr>Research Question:</vt:lpstr>
      <vt:lpstr>Methodology Overview</vt:lpstr>
      <vt:lpstr>Business Implications</vt:lpstr>
      <vt:lpstr>Dataset Analysis:</vt:lpstr>
      <vt:lpstr>Data Preparation:</vt:lpstr>
      <vt:lpstr>Data Preparation:</vt:lpstr>
      <vt:lpstr>Correlation Matrix:</vt:lpstr>
      <vt:lpstr>Correlation Matrix: Selected Features</vt:lpstr>
      <vt:lpstr>Exploratory Data Analysis: Sales</vt:lpstr>
      <vt:lpstr>Exploratory Data Analysis:</vt:lpstr>
      <vt:lpstr>Exploratory Data Analysis:</vt:lpstr>
      <vt:lpstr>Exploratory Data Analysis:</vt:lpstr>
      <vt:lpstr>Exploratory Data Analysis: Late Delivery</vt:lpstr>
      <vt:lpstr>Exploratory Data Analysis: Late Delivery</vt:lpstr>
      <vt:lpstr>Exploratory Data Analysis: Late Delivery</vt:lpstr>
      <vt:lpstr>Modeling: OLS Regression</vt:lpstr>
      <vt:lpstr>OLS Coefficient and Standard Error</vt:lpstr>
      <vt:lpstr>Regression Result Comparison</vt:lpstr>
      <vt:lpstr>Result: Diagram</vt:lpstr>
      <vt:lpstr>Modeling: Classification</vt:lpstr>
      <vt:lpstr>Classification Result Comparison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Mahfooz</dc:creator>
  <cp:lastModifiedBy>BAJWA</cp:lastModifiedBy>
  <cp:revision>677</cp:revision>
  <dcterms:created xsi:type="dcterms:W3CDTF">2016-11-16T15:29:20Z</dcterms:created>
  <dcterms:modified xsi:type="dcterms:W3CDTF">2024-08-12T10:54:00Z</dcterms:modified>
</cp:coreProperties>
</file>